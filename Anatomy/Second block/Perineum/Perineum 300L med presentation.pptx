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72" r:id="rId4"/>
    <p:sldId id="268" r:id="rId5"/>
    <p:sldId id="260" r:id="rId6"/>
    <p:sldId id="274" r:id="rId7"/>
    <p:sldId id="346" r:id="rId8"/>
    <p:sldId id="280" r:id="rId9"/>
    <p:sldId id="282" r:id="rId10"/>
    <p:sldId id="275" r:id="rId11"/>
    <p:sldId id="276" r:id="rId12"/>
    <p:sldId id="262" r:id="rId13"/>
    <p:sldId id="383" r:id="rId14"/>
    <p:sldId id="258" r:id="rId15"/>
    <p:sldId id="259" r:id="rId16"/>
    <p:sldId id="359" r:id="rId17"/>
    <p:sldId id="263" r:id="rId18"/>
    <p:sldId id="348" r:id="rId19"/>
    <p:sldId id="265" r:id="rId20"/>
    <p:sldId id="264" r:id="rId21"/>
    <p:sldId id="267" r:id="rId22"/>
    <p:sldId id="266" r:id="rId23"/>
    <p:sldId id="349" r:id="rId24"/>
    <p:sldId id="350" r:id="rId25"/>
    <p:sldId id="351" r:id="rId26"/>
    <p:sldId id="337" r:id="rId27"/>
    <p:sldId id="367" r:id="rId28"/>
    <p:sldId id="368" r:id="rId29"/>
    <p:sldId id="388" r:id="rId30"/>
    <p:sldId id="369" r:id="rId31"/>
    <p:sldId id="271" r:id="rId32"/>
    <p:sldId id="273" r:id="rId33"/>
    <p:sldId id="387" r:id="rId34"/>
    <p:sldId id="372" r:id="rId35"/>
    <p:sldId id="277" r:id="rId36"/>
    <p:sldId id="386" r:id="rId37"/>
    <p:sldId id="283" r:id="rId38"/>
    <p:sldId id="385" r:id="rId39"/>
    <p:sldId id="375" r:id="rId40"/>
    <p:sldId id="304" r:id="rId41"/>
    <p:sldId id="305" r:id="rId42"/>
    <p:sldId id="308" r:id="rId43"/>
    <p:sldId id="384" r:id="rId44"/>
    <p:sldId id="309" r:id="rId45"/>
    <p:sldId id="339" r:id="rId46"/>
    <p:sldId id="340" r:id="rId47"/>
    <p:sldId id="38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897" autoAdjust="0"/>
  </p:normalViewPr>
  <p:slideViewPr>
    <p:cSldViewPr snapToGrid="0">
      <p:cViewPr varScale="1">
        <p:scale>
          <a:sx n="54" d="100"/>
          <a:sy n="54" d="100"/>
        </p:scale>
        <p:origin x="1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A2E11-70E5-4104-A9F2-DBED0BA64D4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D4937-4948-4D42-B68F-0D631FE44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5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D4937-4948-4D42-B68F-0D631FE4450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90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5F19-EA13-F6F3-3784-D5F22F78F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CA011-CAE7-309F-CEBC-B16ECE192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96CCC-0B9E-DBC2-C191-A9875D4A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509C3-78A1-4AAA-10F4-F3938E62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0D948-D8C2-9A11-519A-4992D1DD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26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F893-088E-7816-9859-B54711F1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59CCD-A57F-E0FA-BE80-33816B31B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8B29A-6570-E576-0795-82DC6286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F2D68-7855-512D-DC45-53CA38F9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C62-F4CF-A330-F61E-B6EBC487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50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2874-AF41-1360-3DC1-65CA9944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7D063-8C54-7B89-748B-C078EB27B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6BB96-AE45-FAA0-6933-F78EEA3E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0B15-8119-FADA-04A2-E83665FA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91917-D71F-0A1E-F8D6-8632BF1C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91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2735-6DD4-E163-EB68-C9654A02C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156C7-0662-EF45-A268-963AD8D92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50C20-7676-90F5-F815-7F63C4A6C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A4FA1-824E-B115-EDFB-20BF2964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9B0C2-5F6A-3FEF-CA46-4409F11F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8200C-0241-6D6C-218E-A0EE2737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29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25FE-C436-6BE9-B59C-F6187619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B2887-8132-E273-4F70-08B55114B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AB860-48B9-6D50-F10D-742F04008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71738-7710-DF33-CD36-054FEA2F3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78238-EA44-15EE-8648-954387276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15E73-A2BE-7037-235D-310C0D88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42C51-B269-010E-CDB5-0DEE266D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5DC157-E50C-0BDB-C67D-90A836AB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51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6470-2FD0-DA32-9855-8867EC89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A4E22C-6CC0-57E8-1608-A81890BC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83FBE-1400-4E25-362C-56495A521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30594-AFA8-6C4E-92C3-BD3D22D7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17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A36F3-15E1-33F3-B65F-6C10B6F7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C712C-B30D-D4C7-E6FB-F10DFC2F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0F015-D6D4-0FEE-B8A2-A2F09F989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98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8A84-9FDB-9093-9E30-099A1C3F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C6C5-84D5-F5DA-B78C-50BCB439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59D12-6DB1-7B82-C52C-A23902AC2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FDAFF-6115-6D32-9FEE-AAA3715D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66891-E180-A255-3E61-C4007418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30E90-900C-D1E6-2B9F-905C035F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0853-D7DC-A2CA-4075-B9393784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E3EDD-054C-6916-C7EE-EE9732AD7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9BE0B-BAE5-D4F1-8D10-FCBD79B82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65866-4041-25C2-0946-920A4F82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06B84-B3DC-9824-5755-4D8FD460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9EA57-4785-F79C-6B67-B10000AF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17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C238-3455-7CCD-4FD3-E9A7CD06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EEF8B-C633-B4B9-098D-CA42C08A5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D31EC-BB4B-A85C-86E4-F0F656AE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5262D-FF44-7594-39B8-EDB8C8DE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48777-C706-4C56-BECD-45B32FD5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72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DF6700-CD61-25F8-39F9-81E45AE5C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BD8C6-40B4-1F48-C7D2-6202A7F1F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64BD4-4EAA-253B-A65A-8A2217629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C8863-829D-E973-7E63-1D9807A6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0EFAB-EB82-D19E-64FE-33A3C878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44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22E61-94B1-09EA-5436-4F24619B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857D3-5E47-E723-9601-5EDE51C96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08FCF-DCDA-57A8-A524-0CB2DE4D4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44C85-5031-42EB-AD87-31FC3BDC0B3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51CFF-BAAB-0C13-3FE0-CE97A93BB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F88E5-3124-157D-DCC3-74D55B675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A7021-FC72-4BF7-9621-378DF912E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02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437B-CD1E-8B72-B367-23B8060AD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8000" dirty="0"/>
              <a:t>PERINEUM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B8B8B-31C3-6E51-315C-3F6928A62D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       DR OSO (MBBS, </a:t>
            </a:r>
            <a:r>
              <a:rPr lang="en-GB" dirty="0" err="1"/>
              <a:t>M.Sc</a:t>
            </a:r>
            <a:r>
              <a:rPr lang="en-GB" dirty="0"/>
              <a:t>, FMCS, FWACS)</a:t>
            </a:r>
          </a:p>
        </p:txBody>
      </p:sp>
    </p:spTree>
    <p:extLst>
      <p:ext uri="{BB962C8B-B14F-4D97-AF65-F5344CB8AC3E}">
        <p14:creationId xmlns:p14="http://schemas.microsoft.com/office/powerpoint/2010/main" val="273715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1F57-1FF4-2488-998C-5AA4F852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05" y="95003"/>
            <a:ext cx="11827824" cy="985653"/>
          </a:xfrm>
        </p:spPr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CE3A2-D932-21FC-ED9B-46E4FD8FB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05" y="973777"/>
            <a:ext cx="11811990" cy="578922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INTRODUCTION</a:t>
            </a:r>
          </a:p>
          <a:p>
            <a:pPr lvl="1"/>
            <a:r>
              <a:rPr lang="en-GB" sz="2800" dirty="0"/>
              <a:t>Bony pelvis</a:t>
            </a:r>
          </a:p>
          <a:p>
            <a:pPr lvl="1"/>
            <a:r>
              <a:rPr lang="en-GB" sz="2800" dirty="0"/>
              <a:t>Lesser pelvis</a:t>
            </a:r>
          </a:p>
          <a:p>
            <a:pPr lvl="1"/>
            <a:r>
              <a:rPr lang="en-GB" sz="2800" dirty="0"/>
              <a:t>Pelvic floor</a:t>
            </a:r>
          </a:p>
          <a:p>
            <a:pPr lvl="1"/>
            <a:endParaRPr lang="en-GB" sz="2800" dirty="0"/>
          </a:p>
          <a:p>
            <a:r>
              <a:rPr lang="en-GB" dirty="0"/>
              <a:t>PERINEUM</a:t>
            </a:r>
          </a:p>
          <a:p>
            <a:pPr lvl="1"/>
            <a:r>
              <a:rPr lang="en-GB" sz="2800" dirty="0"/>
              <a:t>Boundaries </a:t>
            </a:r>
          </a:p>
          <a:p>
            <a:pPr lvl="1"/>
            <a:r>
              <a:rPr lang="en-GB" sz="2800" dirty="0"/>
              <a:t>Divisions </a:t>
            </a:r>
          </a:p>
          <a:p>
            <a:pPr lvl="1"/>
            <a:r>
              <a:rPr lang="en-GB" sz="2800" dirty="0"/>
              <a:t>Fascia </a:t>
            </a:r>
          </a:p>
          <a:p>
            <a:pPr lvl="1"/>
            <a:r>
              <a:rPr lang="en-GB" sz="2800" dirty="0"/>
              <a:t>Contents </a:t>
            </a:r>
          </a:p>
          <a:p>
            <a:pPr lvl="1"/>
            <a:endParaRPr lang="en-GB" sz="2800" dirty="0"/>
          </a:p>
          <a:p>
            <a:r>
              <a:rPr lang="en-GB" dirty="0"/>
              <a:t>PERINEAL SPACE</a:t>
            </a:r>
          </a:p>
          <a:p>
            <a:pPr lvl="1"/>
            <a:r>
              <a:rPr lang="en-GB" sz="2800" dirty="0"/>
              <a:t>Superficial perineal space</a:t>
            </a:r>
          </a:p>
          <a:p>
            <a:pPr lvl="1"/>
            <a:r>
              <a:rPr lang="en-GB" sz="2800" dirty="0"/>
              <a:t>Deep perineal space</a:t>
            </a:r>
          </a:p>
          <a:p>
            <a:pPr lvl="1"/>
            <a:r>
              <a:rPr lang="en-GB" sz="2800" dirty="0"/>
              <a:t>Pelvic fascia</a:t>
            </a:r>
          </a:p>
          <a:p>
            <a:pPr lvl="1"/>
            <a:endParaRPr lang="en-GB" sz="2800" dirty="0"/>
          </a:p>
          <a:p>
            <a:pPr lvl="1"/>
            <a:endParaRPr lang="en-GB" sz="2800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864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B1E6-94CF-2663-9053-E36A86167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" y="108858"/>
            <a:ext cx="11157857" cy="631371"/>
          </a:xfrm>
        </p:spPr>
        <p:txBody>
          <a:bodyPr>
            <a:normAutofit fontScale="90000"/>
          </a:bodyPr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46431-41D7-C8AE-9D55-126856E5D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0229"/>
            <a:ext cx="11821886" cy="5954486"/>
          </a:xfrm>
        </p:spPr>
        <p:txBody>
          <a:bodyPr>
            <a:noAutofit/>
          </a:bodyPr>
          <a:lstStyle/>
          <a:p>
            <a:r>
              <a:rPr lang="en-GB" sz="3200" dirty="0"/>
              <a:t>Perineum is a diamond-shaped region positioned inferiorly to the pelvic floor between the thighs.</a:t>
            </a:r>
          </a:p>
          <a:p>
            <a:endParaRPr lang="en-GB" sz="3200" dirty="0"/>
          </a:p>
          <a:p>
            <a:r>
              <a:rPr lang="en-GB" sz="3200" dirty="0"/>
              <a:t>Its crucial for urinary, </a:t>
            </a:r>
            <a:r>
              <a:rPr lang="en-GB" sz="3200" dirty="0" err="1"/>
              <a:t>defaecatory</a:t>
            </a:r>
            <a:r>
              <a:rPr lang="en-GB" sz="3200" dirty="0"/>
              <a:t> and sexual function. It also supports pelvic organs during childbirth</a:t>
            </a:r>
          </a:p>
          <a:p>
            <a:endParaRPr lang="en-GB" sz="3200" dirty="0"/>
          </a:p>
          <a:p>
            <a:r>
              <a:rPr lang="en-GB" sz="3200" dirty="0"/>
              <a:t>The pelvic cavity is separated from the perineum by the pelvic diaphragm</a:t>
            </a:r>
            <a:r>
              <a:rPr lang="en-GB" sz="3200"/>
              <a:t>, formed </a:t>
            </a:r>
            <a:r>
              <a:rPr lang="en-GB" sz="3200" dirty="0"/>
              <a:t>by the levator ani and </a:t>
            </a:r>
            <a:r>
              <a:rPr lang="en-GB" sz="3200"/>
              <a:t>coccygeus muscles </a:t>
            </a:r>
            <a:endParaRPr lang="en-GB" sz="3200" dirty="0"/>
          </a:p>
          <a:p>
            <a:endParaRPr lang="en-GB" sz="3200" dirty="0"/>
          </a:p>
          <a:p>
            <a:r>
              <a:rPr lang="en-GB" sz="3200" dirty="0"/>
              <a:t>The pelvic floor is a group of muscles, ligaments, and tissues forming a supportive sling at the base of the pelvis, holding up organs like the bladder, uterus (in females) and bowels</a:t>
            </a:r>
          </a:p>
        </p:txBody>
      </p:sp>
    </p:spTree>
    <p:extLst>
      <p:ext uri="{BB962C8B-B14F-4D97-AF65-F5344CB8AC3E}">
        <p14:creationId xmlns:p14="http://schemas.microsoft.com/office/powerpoint/2010/main" val="308347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Urogenital-triangle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87085"/>
            <a:ext cx="11843658" cy="6520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3-Anatomy-of-pelvic-floor-perineum-perineal-pouches-and-its-fascia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BB05-251C-9259-AB55-2F0D6A10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3" y="97971"/>
            <a:ext cx="11800115" cy="51162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Lesser pelvis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Content Placeholder 4" descr="A diagram of the human body&#10;&#10;AI-generated content may be incorrect.">
            <a:extLst>
              <a:ext uri="{FF2B5EF4-FFF2-40B4-BE49-F238E27FC236}">
                <a16:creationId xmlns:a16="http://schemas.microsoft.com/office/drawing/2014/main" id="{73EC73E1-629E-14A7-4C25-F47BDC236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57" y="936171"/>
            <a:ext cx="7805057" cy="5667987"/>
          </a:xfrm>
        </p:spPr>
      </p:pic>
    </p:spTree>
    <p:extLst>
      <p:ext uri="{BB962C8B-B14F-4D97-AF65-F5344CB8AC3E}">
        <p14:creationId xmlns:p14="http://schemas.microsoft.com/office/powerpoint/2010/main" val="4254920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EC53-C699-651E-8343-5404EF07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5" y="130629"/>
            <a:ext cx="11745685" cy="642257"/>
          </a:xfrm>
        </p:spPr>
        <p:txBody>
          <a:bodyPr>
            <a:normAutofit fontScale="90000"/>
          </a:bodyPr>
          <a:lstStyle/>
          <a:p>
            <a:r>
              <a:rPr lang="en-GB" dirty="0"/>
              <a:t>Pelvic floor and pelvic diaphragm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282C-0BD1-E22D-2FA3-CB546DD8B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5" y="859972"/>
            <a:ext cx="11713030" cy="5867400"/>
          </a:xfrm>
        </p:spPr>
        <p:txBody>
          <a:bodyPr>
            <a:noAutofit/>
          </a:bodyPr>
          <a:lstStyle/>
          <a:p>
            <a:r>
              <a:rPr lang="en-GB" sz="3600" dirty="0"/>
              <a:t> The pelvic floor is composed of the pelvic diaphragm, which extends from the pubis anteriorly to the coccyx posteriorly</a:t>
            </a:r>
          </a:p>
          <a:p>
            <a:endParaRPr lang="en-GB" sz="3600" dirty="0"/>
          </a:p>
          <a:p>
            <a:r>
              <a:rPr lang="en-GB" sz="3600" dirty="0"/>
              <a:t>It slopes from either side towards the midline, where it is traversed by the urethral, anal canal and the vagina in females</a:t>
            </a:r>
          </a:p>
          <a:p>
            <a:endParaRPr lang="en-GB" sz="3600" dirty="0"/>
          </a:p>
          <a:p>
            <a:r>
              <a:rPr lang="en-GB" sz="3600" dirty="0"/>
              <a:t>Levator ani and coccygeus of both sides combine to form the pelvic diaphragm, which separates the pelvis from the perineum</a:t>
            </a:r>
          </a:p>
        </p:txBody>
      </p:sp>
    </p:spTree>
    <p:extLst>
      <p:ext uri="{BB962C8B-B14F-4D97-AF65-F5344CB8AC3E}">
        <p14:creationId xmlns:p14="http://schemas.microsoft.com/office/powerpoint/2010/main" val="166768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0-Anatomy-of-pelvic-floor-perineum-perineal-pouches-and-its-fascia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74221"/>
            <a:ext cx="11887200" cy="670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94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5-Anatomy-of-pelvic-floor-perineum-perineal-pouches-and-its-fascia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103909"/>
            <a:ext cx="11863449" cy="66501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3961-ADAD-C870-B1A7-1F4775E2E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6618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Pelvic floor- inferior view</a:t>
            </a:r>
            <a:br>
              <a:rPr lang="en-GB" dirty="0"/>
            </a:br>
            <a:endParaRPr lang="en-GB" dirty="0"/>
          </a:p>
        </p:txBody>
      </p:sp>
      <p:pic>
        <p:nvPicPr>
          <p:cNvPr id="5" name="Content Placeholder 4" descr="A diagram of the pelvis&#10;&#10;AI-generated content may be incorrect.">
            <a:extLst>
              <a:ext uri="{FF2B5EF4-FFF2-40B4-BE49-F238E27FC236}">
                <a16:creationId xmlns:a16="http://schemas.microsoft.com/office/drawing/2014/main" id="{19F8A8B9-53B2-48D2-D0F8-01D209675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3" y="1068779"/>
            <a:ext cx="11732820" cy="5545777"/>
          </a:xfrm>
        </p:spPr>
      </p:pic>
    </p:spTree>
    <p:extLst>
      <p:ext uri="{BB962C8B-B14F-4D97-AF65-F5344CB8AC3E}">
        <p14:creationId xmlns:p14="http://schemas.microsoft.com/office/powerpoint/2010/main" val="528154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5081-8A0F-EA24-2445-A54D29E2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GB" dirty="0"/>
              <a:t>Pelvic floor- inferior view</a:t>
            </a:r>
          </a:p>
        </p:txBody>
      </p:sp>
      <p:pic>
        <p:nvPicPr>
          <p:cNvPr id="5" name="Content Placeholder 4" descr="A diagram of the muscles of the human body&#10;&#10;AI-generated content may be incorrect.">
            <a:extLst>
              <a:ext uri="{FF2B5EF4-FFF2-40B4-BE49-F238E27FC236}">
                <a16:creationId xmlns:a16="http://schemas.microsoft.com/office/drawing/2014/main" id="{F6B810FC-CF0B-A8D3-570B-4B6E9E3D2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1144935"/>
            <a:ext cx="11685320" cy="5324190"/>
          </a:xfrm>
        </p:spPr>
      </p:pic>
    </p:spTree>
    <p:extLst>
      <p:ext uri="{BB962C8B-B14F-4D97-AF65-F5344CB8AC3E}">
        <p14:creationId xmlns:p14="http://schemas.microsoft.com/office/powerpoint/2010/main" val="191543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Perineal-pouches-urogenital-diaphragm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" y="141514"/>
            <a:ext cx="11930743" cy="67164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3BF6-1468-272F-4109-E6852E7F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Perineum-2-6-2048.jpg">
            <a:extLst>
              <a:ext uri="{FF2B5EF4-FFF2-40B4-BE49-F238E27FC236}">
                <a16:creationId xmlns:a16="http://schemas.microsoft.com/office/drawing/2014/main" id="{885B8A4E-FAB3-1B2C-3AF2-DA0D0245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31" y="103909"/>
            <a:ext cx="11815948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66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erineum-external-genitalia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5" y="206393"/>
            <a:ext cx="11792197" cy="639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8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erineum-external-genitalia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6" y="158892"/>
            <a:ext cx="11780322" cy="6515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erineum-2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1" y="166255"/>
            <a:ext cx="11899075" cy="65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59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erineal-pouches-urogenital-diaphragm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7" y="118753"/>
            <a:ext cx="11875325" cy="655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1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Perineum-2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83127"/>
            <a:ext cx="11982203" cy="65789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schiorectal-fossa-ppt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213757"/>
            <a:ext cx="11958452" cy="65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65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Perineum-2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106878"/>
            <a:ext cx="11934702" cy="657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67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Ischiorectal-fossa-ppt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5" y="154379"/>
            <a:ext cx="11804073" cy="655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Ischiorectal-fossa-ppt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1" y="95003"/>
            <a:ext cx="11792197" cy="650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78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Perineum-2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9" y="142504"/>
            <a:ext cx="11827823" cy="65551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Perineum-2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6" y="118752"/>
            <a:ext cx="11851574" cy="66145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Perineum-2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5" y="190004"/>
            <a:ext cx="11804073" cy="64958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2-Anatomy-of-pelvic-floor-perineum-perineal-pouches-and-its-fascia-8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32" y="130629"/>
            <a:ext cx="11685320" cy="635923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Perineum-2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" y="231569"/>
            <a:ext cx="11792198" cy="639486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Perineum-2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285008"/>
            <a:ext cx="11815948" cy="64720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anatomy-of-Perineum-urogenital-triangle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97" y="170767"/>
            <a:ext cx="9144000" cy="65862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Perineum-2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8" y="142503"/>
            <a:ext cx="11768447" cy="633548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anatomy-of-Perineum-urogenital-triangle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356260"/>
            <a:ext cx="11934702" cy="639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24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Perineum-2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166254"/>
            <a:ext cx="11910951" cy="65314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anatomy-of-Perineum-urogenital-triangl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2" y="158892"/>
            <a:ext cx="9009414" cy="650105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Perineum-2-19-2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05" y="130629"/>
            <a:ext cx="11768447" cy="65789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anatomy-of-Perineum-urogenital-triangle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3756"/>
            <a:ext cx="9144000" cy="63889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anatomy-of-Perineum-urogenital-triangle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83" y="158893"/>
            <a:ext cx="11685320" cy="6503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anatomy-of-Perineum-urogenital-triangle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135141"/>
            <a:ext cx="11744696" cy="656254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19F4-03BD-E5E1-8E9F-0D4F8925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Neurovascular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9CCD-5CD9-725A-683D-1D53F059E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Pudendal nerve (S2-S4)</a:t>
            </a:r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Internal pudendal artery </a:t>
            </a:r>
          </a:p>
        </p:txBody>
      </p:sp>
    </p:spTree>
    <p:extLst>
      <p:ext uri="{BB962C8B-B14F-4D97-AF65-F5344CB8AC3E}">
        <p14:creationId xmlns:p14="http://schemas.microsoft.com/office/powerpoint/2010/main" val="1393523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Perineum-2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Perineum-2-4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9" y="166255"/>
            <a:ext cx="11910951" cy="654330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Perineum-2-5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9" y="178130"/>
            <a:ext cx="11768447" cy="654330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Perineum-2-5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9" y="190005"/>
            <a:ext cx="11899075" cy="651955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CBF0-11AF-0B0F-5D9E-63E7748B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diagram of the internal organs of the human body&#10;&#10;AI-generated content may be incorrect.">
            <a:extLst>
              <a:ext uri="{FF2B5EF4-FFF2-40B4-BE49-F238E27FC236}">
                <a16:creationId xmlns:a16="http://schemas.microsoft.com/office/drawing/2014/main" id="{32916DDD-8279-EC14-A474-10271BA43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30" y="166255"/>
            <a:ext cx="11732821" cy="6567054"/>
          </a:xfrm>
        </p:spPr>
      </p:pic>
    </p:spTree>
    <p:extLst>
      <p:ext uri="{BB962C8B-B14F-4D97-AF65-F5344CB8AC3E}">
        <p14:creationId xmlns:p14="http://schemas.microsoft.com/office/powerpoint/2010/main" val="2527623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4-Perineum-2-5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34" y="130628"/>
            <a:ext cx="11673444" cy="657892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4-Anatomy-of-pelvic-floor-perineum-perineal-pouches-and-its-fascia-8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54378"/>
            <a:ext cx="11768447" cy="650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22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5-Anatomy-of-pelvic-floor-perineum-perineal-pouches-and-its-fascia-8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130628"/>
            <a:ext cx="11827823" cy="663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319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D5F0-BD5A-8242-4BAE-ABF3F68C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D50A1-9A27-D48B-9ACA-1F42B88B1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8800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971815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3341</TotalTime>
  <Words>227</Words>
  <Application>Microsoft Office PowerPoint</Application>
  <PresentationFormat>Widescreen</PresentationFormat>
  <Paragraphs>46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Office Theme</vt:lpstr>
      <vt:lpstr>PERINEUM</vt:lpstr>
      <vt:lpstr>OUTLINE</vt:lpstr>
      <vt:lpstr>INTRODUCTION</vt:lpstr>
      <vt:lpstr>PowerPoint Presentation</vt:lpstr>
      <vt:lpstr>PowerPoint Presentation</vt:lpstr>
      <vt:lpstr> Lesser pelvis </vt:lpstr>
      <vt:lpstr>Pelvic floor and pelvic diaphragm</vt:lpstr>
      <vt:lpstr>PowerPoint Presentation</vt:lpstr>
      <vt:lpstr>PowerPoint Presentation</vt:lpstr>
      <vt:lpstr> Pelvic floor- inferior view </vt:lpstr>
      <vt:lpstr>Pelvic floor- inferior 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Neurovascular supply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Rotimi Oso</dc:creator>
  <cp:lastModifiedBy>Rotimi Oso</cp:lastModifiedBy>
  <cp:revision>14</cp:revision>
  <dcterms:created xsi:type="dcterms:W3CDTF">2026-01-20T10:54:44Z</dcterms:created>
  <dcterms:modified xsi:type="dcterms:W3CDTF">2026-01-23T10:00:19Z</dcterms:modified>
</cp:coreProperties>
</file>