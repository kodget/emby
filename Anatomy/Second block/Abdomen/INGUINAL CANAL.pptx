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61" r:id="rId5"/>
    <p:sldId id="259" r:id="rId6"/>
    <p:sldId id="269" r:id="rId7"/>
    <p:sldId id="266" r:id="rId8"/>
    <p:sldId id="270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7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3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7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4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0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7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66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5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C3841-69AC-413B-9067-1FC3BF9F8024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2F45D-F8CD-40BE-811C-0120D28F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8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INGUINAL CANAL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F.O.OPOOLA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37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30044"/>
            <a:ext cx="495656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inguinal canal is an oblique passage through the lower part of the anterior abdominal wall.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755" y="0"/>
            <a:ext cx="6919244" cy="3288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331" y="3453298"/>
            <a:ext cx="761066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543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9268"/>
            <a:ext cx="12192000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Boundaries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inguinal canal is bordered by anterior, posterior, superior (roof) and inferior (floor) walls. It has two </a:t>
            </a: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openings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the superficial and deep rings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Walls</a:t>
            </a:r>
          </a:p>
          <a:p>
            <a:pPr algn="just"/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Anterior wall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aponeurosis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external oblique, reinforced by the internal oblique muscle laterally.</a:t>
            </a:r>
          </a:p>
          <a:p>
            <a:pPr algn="just"/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Posterior wall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transversalis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fascia.</a:t>
            </a:r>
          </a:p>
          <a:p>
            <a:pPr algn="just"/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Roof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transversalis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fascia, internal oblique, and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transversus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abdominis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Floor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inguinal ligament (a ‘rolled up’ portion of the external oblique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aponeurosis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thickened medially by the lacunar ligament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periods of increased</a:t>
            </a: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intra-abdominal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pressure, the abdominal viscera are pushed into the posterior wall of the inguinal canal. </a:t>
            </a:r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 herniation of viscera into the canal, the muscles of the anterior and posterior wall contract, and ‘clamp down’ on the canal.</a:t>
            </a:r>
            <a:endParaRPr lang="en-US" sz="2400" b="0" i="0" dirty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20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822" y="0"/>
            <a:ext cx="12132178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	Rings</a:t>
            </a:r>
            <a:endParaRPr lang="en-US" sz="4400" b="1" i="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two openings to the inguinal canal are known as rings. There are two rings – deep (internal) and superficial (external):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(internal) ring:</a:t>
            </a:r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Marks the internal opening of the inguinal canal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 above the midpoint of the inguinal ligament (lateral to the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epigastric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vessels).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ring is created by the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transversalis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fascia, which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invaginates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form a covering of the contents of the inguinal canal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Superficial (external) ring:</a:t>
            </a:r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Marks the external end of the inguinal 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canal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Lies 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 superior to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pubic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tubercle.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triangle shaped opening, formed by the invagination of the external oblique, which forms another covering of the inguinal canal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intercrural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run perpendicular to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aponeurosis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 external oblique and prevent the ring from widening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85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eachmeanatomy.info/wp-content/uploads/Borders-and-Boundaries-of-the-Inguinal-Cana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360" y="97520"/>
            <a:ext cx="6858000" cy="590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285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腹股沟管1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7" y="0"/>
            <a:ext cx="5738813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6613" y="924890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line stretching from anterior iliac spine to lateral margin of rectus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abdominis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inguinal canal is larger and more prominent in men. </a:t>
            </a:r>
          </a:p>
        </p:txBody>
      </p:sp>
    </p:spTree>
    <p:extLst>
      <p:ext uri="{BB962C8B-B14F-4D97-AF65-F5344CB8AC3E}">
        <p14:creationId xmlns:p14="http://schemas.microsoft.com/office/powerpoint/2010/main" val="203584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teachmeanatomy.info/wp-content/uploads/Prosection-of-the-Inguinal-Canal-Superficial-Ring-and-Content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34" y="445137"/>
            <a:ext cx="8578226" cy="641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085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4114"/>
            <a:ext cx="121920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Content</a:t>
            </a:r>
            <a:endParaRPr lang="en-US" sz="4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males, it allows structures to pass to and from the testis to the abdomen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females it allows the round ligament of the uterus to pass from the uterus to the labium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majus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inguinal canal also contains blood and lymphatic vessels and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ilioinguinal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nerve in both sexes. </a:t>
            </a:r>
          </a:p>
        </p:txBody>
      </p:sp>
    </p:spTree>
    <p:extLst>
      <p:ext uri="{BB962C8B-B14F-4D97-AF65-F5344CB8AC3E}">
        <p14:creationId xmlns:p14="http://schemas.microsoft.com/office/powerpoint/2010/main" val="296184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4400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4400" b="1" i="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contents of the inguinal canal include: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Spermatic cord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(biological males only) – contains neurovascular and reproductive structures that supply and drain the testes. </a:t>
            </a:r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Round ligament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(biological females only) – originates from the uterine horn and travels through the inguinal canal to attach at the labia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majora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Ilioinguinal</a:t>
            </a: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nerve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contributes towards the sensory innervation of the genitalia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Note: only travels through </a:t>
            </a:r>
            <a:r>
              <a:rPr lang="en-US" sz="2400" b="0" i="1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the inguinal canal, exiting via the superficial inguinal ring (it does not pass through the deep inguinal ring)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the nerve most at risk of damage during an inguinal hernia repair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b="0" i="0" dirty="0" smtClean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Genital branch of the </a:t>
            </a:r>
            <a:r>
              <a:rPr lang="en-US" sz="2400" b="1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genitofemoral</a:t>
            </a: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nerve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 supplies the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cremaster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muscle and anterior scrotal skin in males, and the skin of the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mons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pubis and labia </a:t>
            </a:r>
            <a:r>
              <a:rPr lang="en-US" sz="2400" b="0" i="0" dirty="0" err="1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majora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females.</a:t>
            </a:r>
          </a:p>
          <a:p>
            <a:pPr algn="just"/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walls of the inguinal canal are usually </a:t>
            </a:r>
            <a:r>
              <a:rPr lang="en-US" sz="2400" b="1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collapsed</a:t>
            </a:r>
            <a:r>
              <a:rPr lang="en-US" sz="2400" b="0" i="0" dirty="0" smtClean="0">
                <a:solidFill>
                  <a:srgbClr val="3232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around their contents, preventing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structures from potentially entering the canal and becoming stuck.</a:t>
            </a:r>
            <a:endParaRPr lang="en-US" sz="2400" b="0" i="0" dirty="0">
              <a:solidFill>
                <a:srgbClr val="3232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2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462" y="0"/>
            <a:ext cx="11613733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Clinical Relevance: Inguinal </a:t>
            </a:r>
            <a:r>
              <a:rPr lang="en-US" sz="4400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Hernia</a:t>
            </a:r>
          </a:p>
          <a:p>
            <a:pPr algn="ctr"/>
            <a:endParaRPr lang="en-US" sz="4400" b="1" i="0" dirty="0" smtClean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hernia is defined as the protrusion of an organ or fascia through the wall of a cavity that normally contains it. Hernias involving the inguinal canal can be divided into two main categories: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Indirect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where the peritoneal sac enters the inguinal canal through the deep inguinal ring.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 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where the peritoneal sac enters the inguinal canal though the posterior wall of the inguinal canal.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types of </a:t>
            </a:r>
            <a:r>
              <a:rPr lang="en-US" sz="2400" b="0" i="0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inguinal hernia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can present as lumps in the scrotum or labia </a:t>
            </a:r>
            <a:r>
              <a:rPr lang="en-US" sz="24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majora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Indirect Inguinal Hernia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Indirect inguinal hernias are the more common of the two types. They are caused by the failure of the </a:t>
            </a:r>
            <a:r>
              <a:rPr lang="en-US" sz="24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processus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vaginalis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 </a:t>
            </a:r>
            <a:r>
              <a:rPr lang="en-US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peritoneal sac (and potentially loops of bowel) enters the inguinal canal via the deep inguinal ring. The degree to which the sac herniates depends on the amount of </a:t>
            </a:r>
            <a:r>
              <a:rPr lang="en-US" sz="2400" b="1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processus</a:t>
            </a:r>
            <a:r>
              <a:rPr lang="en-US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vaginalis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still present.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943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2084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lang="en-US" sz="24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herniations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possible in which the peritoneal sac and its contents may traverse the entire inguinal canal, emerge through the superficial inguinal ring, and reach the scrotum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 Inguinal Hernia</a:t>
            </a:r>
          </a:p>
          <a:p>
            <a:pPr algn="just"/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contrast to the indirect hernia, direct inguinal hernias are acquired, usually in adulthood, due to </a:t>
            </a:r>
            <a:r>
              <a:rPr lang="en-US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weakening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the abdominal musculature.</a:t>
            </a:r>
          </a:p>
          <a:p>
            <a:pPr algn="just"/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peritoneal sac bulges into the inguinal canal via the posterior wall medial to the </a:t>
            </a:r>
            <a:r>
              <a:rPr lang="en-US" sz="2400" b="0" i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epigastric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vessels and can enter the superficial inguinal ring. The sac is </a:t>
            </a:r>
            <a:r>
              <a:rPr lang="en-US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covered with the coverings of the contents of the canal.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65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ig 1.3 - Transverse view of the inferior abdominal cavity. Compares normal anatomy with indirect and direct herniatio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74" y="614836"/>
            <a:ext cx="9753600" cy="26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69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34983" y="478166"/>
            <a:ext cx="558894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Mid-Inguinal Point and Midpoint of the Inguinal Ligament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Mid-inguinal 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 halfway between the pubic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symphysis</a:t>
            </a:r>
            <a:r>
              <a:rPr lang="en-US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the anterior superior iliac spine. The femoral pulse can be palpated here</a:t>
            </a:r>
            <a:r>
              <a:rPr lang="en-US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Midpoint of the inguinal ligament</a:t>
            </a:r>
            <a:r>
              <a:rPr lang="en-US" sz="24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halfway between the pubic tubercle and the anterior superior iliac spine (the two attachments of the inguinal ligament). The opening to the inguinal canal is located just above this point.</a:t>
            </a:r>
          </a:p>
          <a:p>
            <a:pPr algn="just" latinLnBrk="1"/>
            <a:r>
              <a:rPr lang="en-US" sz="2400" b="0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By </a:t>
            </a:r>
            <a:r>
              <a:rPr lang="en-US" sz="2400" b="0" i="0" u="sng" dirty="0" err="1" smtClean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400" b="0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(2024)</a:t>
            </a:r>
          </a:p>
          <a:p>
            <a:r>
              <a:rPr lang="en-US" sz="240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Fig 3 - Coronal view of the pelvis, demonstrating the mid-inguinal point and the midpoint of the inguinal liga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53" y="546267"/>
            <a:ext cx="5734228" cy="59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82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10065</TotalTime>
  <Words>113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INGUINAL CANAL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INGUINAL CANAL</dc:title>
  <dc:creator>HP</dc:creator>
  <cp:lastModifiedBy>HP</cp:lastModifiedBy>
  <cp:revision>46</cp:revision>
  <dcterms:created xsi:type="dcterms:W3CDTF">2024-02-19T23:35:23Z</dcterms:created>
  <dcterms:modified xsi:type="dcterms:W3CDTF">2024-02-27T12:56:29Z</dcterms:modified>
</cp:coreProperties>
</file>