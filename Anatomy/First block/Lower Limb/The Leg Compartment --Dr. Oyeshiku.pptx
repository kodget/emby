
<file path=[Content_Types].xml><?xml version="1.0" encoding="utf-8"?>
<Types xmlns="http://schemas.openxmlformats.org/package/2006/content-types">
  <Default Extension="3gp" ContentType="video/3gpp"/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5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  <p:sldMasterId id="2147483678" r:id="rId3"/>
    <p:sldMasterId id="2147483690" r:id="rId4"/>
    <p:sldMasterId id="2147483702" r:id="rId5"/>
    <p:sldMasterId id="2147483720" r:id="rId6"/>
  </p:sldMasterIdLst>
  <p:notesMasterIdLst>
    <p:notesMasterId r:id="rId38"/>
  </p:notesMasterIdLst>
  <p:sldIdLst>
    <p:sldId id="256" r:id="rId7"/>
    <p:sldId id="286" r:id="rId8"/>
    <p:sldId id="257" r:id="rId9"/>
    <p:sldId id="258" r:id="rId10"/>
    <p:sldId id="259" r:id="rId11"/>
    <p:sldId id="260" r:id="rId12"/>
    <p:sldId id="284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85" r:id="rId22"/>
    <p:sldId id="269" r:id="rId23"/>
    <p:sldId id="270" r:id="rId24"/>
    <p:sldId id="271" r:id="rId25"/>
    <p:sldId id="272" r:id="rId26"/>
    <p:sldId id="283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49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presProps" Target="presProps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6E42A2-BEAD-467D-9A08-5CA3FE229A68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DAC93A-A966-4E8D-9E47-5BEC923E7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48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E2EA7-1B42-E2E6-1BC6-144680E53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6532B8-A6DA-74C6-B6EE-80A763E82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585ED-888B-A44E-CEF9-272AC6CDF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8895-44B9-461C-B4D1-09B5752EEE8F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9A525-CC95-1350-164A-416EDE25B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BDAB3-380A-1650-709D-23CCD0B96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491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DC2F6-E859-6452-0F8B-517B0DED0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FB807-9AAC-2B3A-665A-D8B23F8FB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AD14D-E7BA-7D37-F3B3-FB435A828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503D-6305-473A-AF2A-8BB973B17AB8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39E4D-E1E4-AC78-6475-9E99FE48A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AC9C4-6512-F19A-8788-A7085E5DA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518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F259-9FFA-E61B-E515-C89C29CC7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50753-6515-8E24-EC02-9527B3124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8CE18-7157-52F0-AAD4-0ACC9AA16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07536-9E78-44FF-88CE-E0403F56C5DF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162D1-2534-081F-3D94-AE875232F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897B7-1B97-9694-919F-9E3377B16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027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A546B-75A9-8227-ECB7-48957F7CF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AA6C4-1DCE-3A24-5672-4C25448C92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73619A-5A74-B4AF-74AC-5C6B413DC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975D3-7E20-EBD6-D6E4-81CB6B0A5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48F85-952E-4BEF-BEBF-A75F5057D6B6}" type="datetime1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B5C09D-16DF-1C44-C1A9-A4A97FAF4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421C6-ECB3-A572-428F-DC687A8C2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644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17538-602F-5C08-F123-81D8F3EFE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34EF2-13FE-95B9-56FC-782A97EF9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A628F-13A7-B27F-EE7C-33A3073935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8EAE97-6884-AD9B-C348-27E93FB354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56E064-68B4-A664-713E-259BA7538E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7DA460-3F90-C49F-117E-1A68ED6ED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D8E4-ACCB-463F-B96C-93F2059FC0DA}" type="datetime1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4C3DD1-F22F-3AB9-FFB5-591A59D32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479363-ADA7-6230-D845-FCF63C487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931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DD80E-23C1-6627-A986-D8FC03DE6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056E40-678E-F1AA-848E-EDE7CB09D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8716F-59F3-4DF6-B160-5058F28DC2BD}" type="datetime1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D6834-82AF-B0B0-1FF0-7B1EB2B9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01F3F-970F-452E-B7F0-7E0C227C4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64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1A8DBC-4195-B305-A394-3A24364BA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1DEE-3EF2-448F-976F-6718E0F3CD61}" type="datetime1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2CEB25-84FC-68F9-9CE3-5A8C33E7B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1D490-E6F7-93BE-D3C7-79185162D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678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CA614-FB1E-7971-B3C7-ED7C2069B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AEB1F-4CC4-35F5-0993-08C05CF5F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4F917-FE71-EA33-1ECA-8581E94EA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8C2FD7-2446-8D4C-AA78-370364C99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E9CAE-DA1D-4349-BFB7-9110D3793B77}" type="datetime1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CD916-FDB3-3DD8-E28E-1F6C2A56E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B7391E-7120-10A5-3BD8-46822A678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694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316F7-17A4-B449-D8F4-5EDAD8F1C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A5E546-B9E3-D766-0AFF-B1AA5A66E3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109BC-5FB7-8A22-D236-0FFC4F5EB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50A754-D781-F9C5-8279-FC44B535F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40E4-8E1F-46C2-813A-C07DEBEEF3E8}" type="datetime1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2420A-BDFC-CDD3-6482-C0C7718FB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81742D-4236-742F-D276-BDA16BFA9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060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125A9-326A-D626-7F17-04377B3E7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8FE123-B6A0-004A-1A7C-30D54D967E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97BAC-69B8-2407-AF01-BB37C24BD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0E919-240E-4649-A706-C64CFCEFBB6D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82EA3-AF85-16A2-CD8C-788FC6451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64FC5-8A2E-2B82-4732-A1E4F3F9F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808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BC48B9-D440-5E17-44ED-04B684311F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CFC767-A326-B329-2C4B-4DE427C2B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6DF09-2E2A-A955-2C39-2046F4DFF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2CEDA-4707-47C3-8E8B-0F33F5866668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93A4C-3735-D155-E907-90E8B0ED4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965D0-9706-F613-7255-37016813A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2288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C3BD26C-7A32-4BAE-841E-AD467C78CF65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25798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CB60B-EEF5-4AE6-8A70-2BB6D60C9DB9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3220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59DFE-9E9B-4AF6-A522-F6A15179499C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5810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EDD3F-C2BA-4F51-9255-AF4C34AF3FFA}" type="datetime1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366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15653-D9CF-4313-813E-A32F9C682619}" type="datetime1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96247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2ADFF-D6C3-4C10-9DA7-E0FAB08B242D}" type="datetime1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5456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9374E-BA5A-41B9-B26E-30B49422C1E1}" type="datetime1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0604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015D-AFB8-4372-B323-9B394687AFD1}" type="datetime1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32351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0EEC2-CDFD-4E6E-9280-A504A29DCA7B}" type="datetime1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7246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D02B-1F95-4E24-9B6E-A9378C324631}" type="datetime1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916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1F37A-F6FC-4DED-BFA2-321D2B280C8D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2865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61BE-BE82-498C-B825-31F29B6ECF54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21961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365D4-BF3C-4B6E-9AB7-71A6C4B64799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5690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E10C5-C046-4263-88E8-354C5777D4BC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3470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967E6-84DA-401A-9ADB-713A1EA79DE4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59928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B0A77-7C07-4E1A-A892-A2A55C527E5F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40635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967BC-C8F7-4B7E-9C92-DE2EA6DBEC26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4338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E836F33-157A-4F88-A6E6-1FAB47D64E8A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2232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2D092-C3C2-42DD-A764-45DA98BEC8BD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086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DDC94-4287-406F-B81D-2E0B392CBAB1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85375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6B358-8498-42F2-8D4E-91A7E77D9746}" type="datetime1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0456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E70BC-369B-4D3D-845D-A613BB2DDA1E}" type="datetime1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2200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F82-F079-4A5A-8E5A-805743D2A468}" type="datetime1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7975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6EB16-6334-4AAF-8888-65C85B20897F}" type="datetime1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1427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52C5B-C332-49B2-9F66-CD4203DD00E9}" type="datetime1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2711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A0793-AE1D-4C58-9C28-6816FA38195C}" type="datetime1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8996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F9264-C17F-4588-9626-6E0228299A35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57138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9EB9C-99C2-4C7E-ADFE-129337E7F677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43923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8895-44B9-461C-B4D1-09B5752EEE8F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696868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503D-6305-473A-AF2A-8BB973B17AB8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27013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07536-9E78-44FF-88CE-E0403F56C5DF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8277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48F85-952E-4BEF-BEBF-A75F5057D6B6}" type="datetime1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64282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D8E4-ACCB-463F-B96C-93F2059FC0DA}" type="datetime1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53242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8716F-59F3-4DF6-B160-5058F28DC2BD}" type="datetime1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073825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1DEE-3EF2-448F-976F-6718E0F3CD61}" type="datetime1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90104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E9CAE-DA1D-4349-BFB7-9110D3793B77}" type="datetime1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66859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F3240E4-8E1F-46C2-813A-C07DEBEEF3E8}" type="datetime1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760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0E919-240E-4649-A706-C64CFCEFBB6D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35436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2CEDA-4707-47C3-8E8B-0F33F5866668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143853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5E08895-44B9-461C-B4D1-09B5752EEE8F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/>
              <a:t>The Leg Compartment -Dr. Oyeshiku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88829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503D-6305-473A-AF2A-8BB973B17AB8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66111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07536-9E78-44FF-88CE-E0403F56C5DF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45318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48F85-952E-4BEF-BEBF-A75F5057D6B6}" type="datetime1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85937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D8E4-ACCB-463F-B96C-93F2059FC0DA}" type="datetime1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30795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8716F-59F3-4DF6-B160-5058F28DC2BD}" type="datetime1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51007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1DEE-3EF2-448F-976F-6718E0F3CD61}" type="datetime1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72668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E9CAE-DA1D-4349-BFB7-9110D3793B77}" type="datetime1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80758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40E4-8E1F-46C2-813A-C07DEBEEF3E8}" type="datetime1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12976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7DF1-9A82-4A13-80AA-336A0AE57A08}" type="datetime1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564076"/>
      </p:ext>
    </p:extLst>
  </p:cSld>
  <p:clrMapOvr>
    <a:masterClrMapping/>
  </p:clrMapOvr>
  <p:hf hd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7DF1-9A82-4A13-80AA-336A0AE57A08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262665"/>
      </p:ext>
    </p:extLst>
  </p:cSld>
  <p:clrMapOvr>
    <a:masterClrMapping/>
  </p:clrMapOvr>
  <p:hf hd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7DF1-9A82-4A13-80AA-336A0AE57A08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027405"/>
      </p:ext>
    </p:extLst>
  </p:cSld>
  <p:clrMapOvr>
    <a:masterClrMapping/>
  </p:clrMapOvr>
  <p:hf hd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7DF1-9A82-4A13-80AA-336A0AE57A08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30922"/>
      </p:ext>
    </p:extLst>
  </p:cSld>
  <p:clrMapOvr>
    <a:masterClrMapping/>
  </p:clrMapOvr>
  <p:hf hd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7DF1-9A82-4A13-80AA-336A0AE57A08}" type="datetime1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144303"/>
      </p:ext>
    </p:extLst>
  </p:cSld>
  <p:clrMapOvr>
    <a:masterClrMapping/>
  </p:clrMapOvr>
  <p:hf hd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7DF1-9A82-4A13-80AA-336A0AE57A08}" type="datetime1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385987"/>
      </p:ext>
    </p:extLst>
  </p:cSld>
  <p:clrMapOvr>
    <a:masterClrMapping/>
  </p:clrMapOvr>
  <p:hf hd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62A0E919-240E-4649-A706-C64CFCEFBB6D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16996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BD2CEDA-4707-47C3-8E8B-0F33F5866668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39484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8895-44B9-461C-B4D1-09B5752EEE8F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9245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503D-6305-473A-AF2A-8BB973B17AB8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59457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07536-9E78-44FF-88CE-E0403F56C5DF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83541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48F85-952E-4BEF-BEBF-A75F5057D6B6}" type="datetime1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60744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D8E4-ACCB-463F-B96C-93F2059FC0DA}" type="datetime1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44951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8716F-59F3-4DF6-B160-5058F28DC2BD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548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1DEE-3EF2-448F-976F-6718E0F3CD61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644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E9CAE-DA1D-4349-BFB7-9110D3793B77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97146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40E4-8E1F-46C2-813A-C07DEBEEF3E8}" type="datetime1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23467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7DF1-9A82-4A13-80AA-336A0AE57A08}" type="datetime1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05866"/>
      </p:ext>
    </p:extLst>
  </p:cSld>
  <p:clrMapOvr>
    <a:masterClrMapping/>
  </p:clrMapOvr>
  <p:hf hdr="0" dt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7DF1-9A82-4A13-80AA-336A0AE57A08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291903"/>
      </p:ext>
    </p:extLst>
  </p:cSld>
  <p:clrMapOvr>
    <a:masterClrMapping/>
  </p:clrMapOvr>
  <p:hf hdr="0" dt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7DF1-9A82-4A13-80AA-336A0AE57A08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43060846"/>
      </p:ext>
    </p:extLst>
  </p:cSld>
  <p:clrMapOvr>
    <a:masterClrMapping/>
  </p:clrMapOvr>
  <p:hf hdr="0" dt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7DF1-9A82-4A13-80AA-336A0AE57A08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83885"/>
      </p:ext>
    </p:extLst>
  </p:cSld>
  <p:clrMapOvr>
    <a:masterClrMapping/>
  </p:clrMapOvr>
  <p:hf hdr="0" dt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7DF1-9A82-4A13-80AA-336A0AE57A08}" type="datetime1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437828"/>
      </p:ext>
    </p:extLst>
  </p:cSld>
  <p:clrMapOvr>
    <a:masterClrMapping/>
  </p:clrMapOvr>
  <p:hf hdr="0" dt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7DF1-9A82-4A13-80AA-336A0AE57A08}" type="datetime1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026235"/>
      </p:ext>
    </p:extLst>
  </p:cSld>
  <p:clrMapOvr>
    <a:masterClrMapping/>
  </p:clrMapOvr>
  <p:hf hdr="0" dt="0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0E919-240E-4649-A706-C64CFCEFBB6D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77135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2CEDA-4707-47C3-8E8B-0F33F5866668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659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image" Target="../media/image7.jpg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3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66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60.xml"/><Relationship Id="rId19" Type="http://schemas.openxmlformats.org/officeDocument/2006/relationships/image" Target="../media/image8.jpeg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80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70.xml"/><Relationship Id="rId21" Type="http://schemas.openxmlformats.org/officeDocument/2006/relationships/image" Target="../media/image11.png"/><Relationship Id="rId7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9.xml"/><Relationship Id="rId17" Type="http://schemas.openxmlformats.org/officeDocument/2006/relationships/slideLayout" Target="../slideLayouts/slideLayout84.xml"/><Relationship Id="rId2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83.xml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77.xml"/><Relationship Id="rId19" Type="http://schemas.openxmlformats.org/officeDocument/2006/relationships/image" Target="../media/image9.png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81.xml"/><Relationship Id="rId22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1A23A7-F72C-51FD-D366-EAC8E4A75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7280BB-48A1-D389-E948-70C6A9951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2BD57-7F21-3DC2-5668-C9809371D5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87DF1-9A82-4A13-80AA-336A0AE57A08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C2FAE-7198-7148-1AF1-AFDB11167C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AFA1C-C3F0-4CAC-1598-D3EDBDEFF9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502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6E1E842-FA5B-4277-A3CE-EE36190E753D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93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67522E0-3343-4E9A-9DA9-31D1F33B92A8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324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87DF1-9A82-4A13-80AA-336A0AE57A08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441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7D87DF1-9A82-4A13-80AA-336A0AE57A08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The Leg Compartment -Dr. Oyeshiku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480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7D87DF1-9A82-4A13-80AA-336A0AE57A08}" type="datetime1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The Leg Compartment -Dr. Oyeshiku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D0DFD3-56EA-48DA-B5C2-938E9DC4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5312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../../Downloads/Tibia%20and%20Fibula.mp4" TargetMode="Externa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video" Target="../media/media2.3gp"/><Relationship Id="rId1" Type="http://schemas.microsoft.com/office/2007/relationships/media" Target="../media/media2.3gp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elieve-in-yourself-background-music-for-video-vlog-jazz-version-232613 (1)">
            <a:hlinkClick r:id="" action="ppaction://media"/>
            <a:extLst>
              <a:ext uri="{FF2B5EF4-FFF2-40B4-BE49-F238E27FC236}">
                <a16:creationId xmlns:a16="http://schemas.microsoft.com/office/drawing/2014/main" id="{C78C3DAA-C10D-2717-5627-87C4C309426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 flipH="1" flipV="1">
            <a:off x="10915286" y="6189785"/>
            <a:ext cx="277322" cy="3604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CD12C7-B33C-675C-EBAD-44E1999D51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8400" y="1832381"/>
            <a:ext cx="7561385" cy="3193238"/>
          </a:xfrm>
        </p:spPr>
        <p:txBody>
          <a:bodyPr>
            <a:normAutofit/>
          </a:bodyPr>
          <a:lstStyle/>
          <a:p>
            <a:r>
              <a:rPr lang="en-US" dirty="0">
                <a:latin typeface="Cooper Black" panose="0208090404030B020404" pitchFamily="18" charset="0"/>
              </a:rPr>
              <a:t>The Leg Compartment of the</a:t>
            </a:r>
            <a:br>
              <a:rPr lang="en-US" dirty="0">
                <a:latin typeface="Cooper Black" panose="0208090404030B020404" pitchFamily="18" charset="0"/>
              </a:rPr>
            </a:br>
            <a:r>
              <a:rPr lang="en-US" dirty="0">
                <a:latin typeface="Cooper Black" panose="0208090404030B020404" pitchFamily="18" charset="0"/>
              </a:rPr>
              <a:t> Lower Limb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04D998-E2FF-BFEC-375D-FF93D14305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54915" y="6040315"/>
            <a:ext cx="1504217" cy="659423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Dr. O </a:t>
            </a:r>
          </a:p>
        </p:txBody>
      </p:sp>
    </p:spTree>
    <p:extLst>
      <p:ext uri="{BB962C8B-B14F-4D97-AF65-F5344CB8AC3E}">
        <p14:creationId xmlns:p14="http://schemas.microsoft.com/office/powerpoint/2010/main" val="80981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20000" mute="1" numSld="999" showWhenStopped="0">
                <p:cTn id="7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71B4A-D9C7-2545-4F63-00AD2EC7F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</a:t>
            </a:r>
            <a:r>
              <a:rPr lang="en-US" dirty="0">
                <a:hlinkClick r:id="rId2" action="ppaction://hlinkfile"/>
              </a:rPr>
              <a:t>teology 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4F9B24-3563-38D7-341A-9BC4B5DD4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D7C9C2-A681-09E0-7A29-4E0C5C8A2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750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C4A01-5F5E-B564-861F-14ECA5083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399198-F4B1-CBCB-A502-487D13AD39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54" y="-10745"/>
            <a:ext cx="11978054" cy="6737655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0FF7A-B3E8-BF17-5A1B-56A9101CF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5534B-3739-8EDA-C561-DC86D7A20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277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2404EE-6E01-D568-9E3B-D4A458FB1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99" y="-183539"/>
            <a:ext cx="11846169" cy="666347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1511EE9-D4EC-9259-4BA7-7BFB1AFB8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46ADEA-4CB6-BAC7-162F-D3DB866E8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41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F1E5F-7544-5FBB-3C22-DB012BDB1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77350E-501C-B207-0549-C33F9D5E7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99" y="64293"/>
            <a:ext cx="11890131" cy="668819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F0CC3DD-DC94-8B2F-4D1D-BD7C36E12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74E3B2-9FDE-7F27-FBD6-A340ABF19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895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4931F-37D2-D0A1-CF6D-4E04343ED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0D7F22-2883-C684-19D1-6374D50D7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7" y="67590"/>
            <a:ext cx="11837378" cy="665852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A97264-9D0C-3F35-57B0-90394EC1C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D0A7F-F025-885F-487B-2DD231A10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257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78541-D436-C1BE-4385-179ED825D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29877"/>
            <a:ext cx="8825659" cy="34163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Anterior Compartment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18A125-41C4-4E50-97EF-33F45BA4D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</p:spTree>
    <p:extLst>
      <p:ext uri="{BB962C8B-B14F-4D97-AF65-F5344CB8AC3E}">
        <p14:creationId xmlns:p14="http://schemas.microsoft.com/office/powerpoint/2010/main" val="1135012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E5A03-32B8-D452-0090-078573BB1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6AB98A-4002-C799-F9F3-287CE5C9C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60" y="96715"/>
            <a:ext cx="11910645" cy="669973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98D3F5F-E8CC-7996-3CB4-0215B4518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C0692-5239-6573-0A6A-9AD28A03D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995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C53C7-C193-0AAE-63EA-75E2789A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BC1B7B-2A0E-C59D-2393-9F27FFF3B9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22" y="87679"/>
            <a:ext cx="11793415" cy="663379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580877B-5FC1-B245-4EE6-F5582BBE5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C2DC5-CB84-2C7C-28D0-108134D07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723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C8488-FC87-A768-0E35-F5B1A8A89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B792AB-E1E7-42F4-4A74-28B8DD715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72842"/>
            <a:ext cx="11819792" cy="664863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B3E33DC-C209-297C-9E2B-E54D79091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F52F2-50D2-CAEB-CC84-EBB69760B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002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0DD82-580E-4C52-0F02-A3734FD31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F633E9-7CA6-4BF8-FB9A-5F82AD685E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2" y="-8792"/>
            <a:ext cx="12145108" cy="683162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ECF741-18D5-636B-F27B-3A5AA6143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4B770-C127-3583-7CBA-56AC34430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725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98023-FCA2-8DD7-BC49-ED0A77622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07325F-8CE3-D28C-20C6-E88BC1949A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54" y="136525"/>
            <a:ext cx="11706578" cy="658495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5D969D3-A5F8-2E47-42B2-2575A528C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9A7ED-B4B3-EA22-BA5E-00B149C8B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54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B5FAE-839E-FDA1-5472-2C137A679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549047-F9F2-C200-D1CA-09FB4565B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F2B415-2E36-F418-81AA-CC997935A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ADC5F-AF40-97F4-13F1-1FB73EE8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093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B4A43-FC15-C5E2-3781-E05B3F181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17E861-F0C1-B2E5-540D-86F7B145D2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53" y="0"/>
            <a:ext cx="11949289" cy="672147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9301282-82DE-9C6F-EEBC-AD8CDB22A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B9201-1D63-99F2-C3AA-9B5F3BD6D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54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A18FD-D725-DDE3-014B-29970FF80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413C6D-E1E5-F023-E8DA-3EC5EB82CA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6" y="0"/>
            <a:ext cx="12066955" cy="6787662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26DFBB-60A7-31F5-F5C5-BCE137C13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072B5-09CC-A27B-2DB0-ECCC76C63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731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E5BF0-87D8-ACB2-7DA5-48747F7BE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1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abic Typesetting" panose="03020402040406030203" pitchFamily="66" charset="-78"/>
                <a:cs typeface="Arabic Typesetting" panose="03020402040406030203" pitchFamily="66" charset="-78"/>
              </a:rPr>
              <a:t>Lateral Compartment </a:t>
            </a:r>
          </a:p>
        </p:txBody>
      </p:sp>
    </p:spTree>
    <p:extLst>
      <p:ext uri="{BB962C8B-B14F-4D97-AF65-F5344CB8AC3E}">
        <p14:creationId xmlns:p14="http://schemas.microsoft.com/office/powerpoint/2010/main" val="343058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CB17E-B5D0-59A5-BB49-8A394909B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172413-8A29-9A65-7E73-EF1567BF1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85" y="136525"/>
            <a:ext cx="11824242" cy="665113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032A9A-CD6F-1F41-42E2-2DCB64B00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88F0C-C4AC-3B47-38D0-CF4851C14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684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9ADC3-869F-0FA1-39DB-62BB42491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D7C9D2-E6BE-683A-4DAB-B154DC1C8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2" y="18440"/>
            <a:ext cx="11916507" cy="670303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02908F-F21F-D733-A044-19108E754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56121-7F8C-8C3C-2B1A-126A03C0F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70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F513A-866B-73FF-CBC1-875AEEC9A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D1DBED-4E77-4F30-E42F-C8AD737F9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" y="136525"/>
            <a:ext cx="11949289" cy="672147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88ABA8-5B33-4CAB-517E-13A628EDC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71013F-7502-559E-1CA3-31D79D194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290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F6377-3E09-F758-1C63-C7F78AD28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8ECCE9-A100-64AE-6E94-6DD104BDE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61" y="136525"/>
            <a:ext cx="11706578" cy="658495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10F9A5-FCBA-7C7C-748D-DFA6372E1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991F4-FE08-9247-A948-F2C256058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4325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F01DA-1E23-2A3F-2B86-964DD4782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8800" dirty="0">
                <a:latin typeface="Cooper Black" panose="0208090404030B020404" pitchFamily="18" charset="0"/>
              </a:rPr>
              <a:t>Back of the Leg </a:t>
            </a:r>
          </a:p>
        </p:txBody>
      </p:sp>
    </p:spTree>
    <p:extLst>
      <p:ext uri="{BB962C8B-B14F-4D97-AF65-F5344CB8AC3E}">
        <p14:creationId xmlns:p14="http://schemas.microsoft.com/office/powerpoint/2010/main" val="25547806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F65C1-7867-E6DC-429D-B760EDB2B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95A931-5D50-56B0-1741-FFE7B4532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22" y="0"/>
            <a:ext cx="11949289" cy="672147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A20BCF-D7E6-945C-C061-659C34FF0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CA921-21A0-2A67-917A-969CFEE28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586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A76C9-EC91-0EA4-A72B-7E0C17BE4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812816-FECA-B9A4-F735-9F9293943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62" y="136525"/>
            <a:ext cx="11706578" cy="658495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4CCBE0A-3066-D2C9-1987-2D65436F6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2DA58-ED08-0C66-64D2-22D5518E5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5820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CB79E-C8F3-32A9-7E35-C26E30F53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1C247A-FC3E-AD1F-A8F8-36AF2E4B75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084" y="136525"/>
            <a:ext cx="11706578" cy="658495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7E5962-BF9A-38C9-BA99-56AE644FB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41FAD-696B-24FF-B862-7EE4BF626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771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B0FD8-279A-D95C-D793-6FEB11F31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0390CB-E0C3-F9FB-244A-D5464F9D8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46" y="79680"/>
            <a:ext cx="11925300" cy="6707981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3F17725-4036-986D-8E0B-0DEECCD80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CAE87-F873-D325-9903-81844EE64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0700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311FE-29A2-EF0D-8E96-9DCB1F561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0FCCFF-1A24-3765-267A-F3DCF5561B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14" y="33276"/>
            <a:ext cx="11890131" cy="668819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393E55-EC08-35A2-E928-36916FB1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6E865-E3A7-FCAB-6294-89ED4FD96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3561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DECED-E456-BA44-39F2-14B0688E2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4BC34F-9E51-3BCF-CF53-9701E4C87F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2" t="14900" r="12515"/>
          <a:stretch/>
        </p:blipFill>
        <p:spPr>
          <a:xfrm>
            <a:off x="597877" y="0"/>
            <a:ext cx="10840917" cy="695883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CB796-C1F2-177B-8A80-FA14494A6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27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1BB290-3541-C5AD-EEE5-A07F612DBEED}"/>
              </a:ext>
            </a:extLst>
          </p:cNvPr>
          <p:cNvSpPr/>
          <p:nvPr/>
        </p:nvSpPr>
        <p:spPr>
          <a:xfrm>
            <a:off x="6189785" y="6119446"/>
            <a:ext cx="272561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614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F39B5-70D3-C89D-6761-7F1B9F6BB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8F3F5F-1DE8-0FCC-0744-FAF540A885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23" y="136525"/>
            <a:ext cx="11706578" cy="658495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157FC64-622D-9892-300A-7FB386C26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4A57A-C764-097B-BCC0-92CA02E76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9489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48268-C650-FD3D-8DBC-EE895743D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26FD96-9BE8-9BE7-A1C1-F553145A5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44" r="12853"/>
          <a:stretch/>
        </p:blipFill>
        <p:spPr>
          <a:xfrm>
            <a:off x="597878" y="136525"/>
            <a:ext cx="10366130" cy="658495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BDF7C4-9F67-D72C-6E95-B94E2B9C8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3AACD-0443-22B9-485F-EE3534E91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1693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7AC96-DDAB-ACA1-7436-EF21189C9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FAF10F-A379-BCC2-C277-2C09C327C0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17" r="12673"/>
          <a:stretch/>
        </p:blipFill>
        <p:spPr>
          <a:xfrm>
            <a:off x="1696914" y="48113"/>
            <a:ext cx="8792309" cy="6673362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9B5B036-EBDB-1236-DFD8-B419CD63E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Leg Compartment -Dr. Oyeshiku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17A77-0E27-A441-B194-317E469B2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3651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40713-4B67-F827-3897-C33BB3741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6477AF-F6E7-5F49-640F-4118B331C692}"/>
              </a:ext>
            </a:extLst>
          </p:cNvPr>
          <p:cNvSpPr txBox="1"/>
          <p:nvPr/>
        </p:nvSpPr>
        <p:spPr>
          <a:xfrm>
            <a:off x="773723" y="2022231"/>
            <a:ext cx="11095892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>
                <a:latin typeface="Cooper Black" panose="0208090404030B020404" pitchFamily="18" charset="0"/>
              </a:rPr>
              <a:t>Summary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44881D-A0B6-0BE6-F7BB-E83420960BF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90" t="24405" r="45313" b="23605"/>
          <a:stretch/>
        </p:blipFill>
        <p:spPr>
          <a:xfrm>
            <a:off x="9961685" y="448407"/>
            <a:ext cx="1573824" cy="1639401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7EC40E-5832-20DA-453F-BF35AA238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0DFD3-56EA-48DA-B5C2-938E9DC4454F}" type="slidenum">
              <a:rPr lang="en-US" smtClean="0"/>
              <a:t>31</a:t>
            </a:fld>
            <a:endParaRPr lang="en-US"/>
          </a:p>
        </p:txBody>
      </p:sp>
      <p:pic>
        <p:nvPicPr>
          <p:cNvPr id="3" name="Anatomy Of The Lower Leg --Dr Oyeshiku ">
            <a:hlinkClick r:id="" action="ppaction://media"/>
            <a:extLst>
              <a:ext uri="{FF2B5EF4-FFF2-40B4-BE49-F238E27FC236}">
                <a16:creationId xmlns:a16="http://schemas.microsoft.com/office/drawing/2014/main" id="{F581E802-D26E-C227-8E0B-7FF0B3675D6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491052" y="269047"/>
            <a:ext cx="22860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184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569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3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4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5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6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231</Words>
  <Application>Microsoft Office PowerPoint</Application>
  <PresentationFormat>Widescreen</PresentationFormat>
  <Paragraphs>60</Paragraphs>
  <Slides>31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31</vt:i4>
      </vt:variant>
    </vt:vector>
  </HeadingPairs>
  <TitlesOfParts>
    <vt:vector size="47" baseType="lpstr">
      <vt:lpstr>Arabic Typesetting</vt:lpstr>
      <vt:lpstr>Arial</vt:lpstr>
      <vt:lpstr>Calibri</vt:lpstr>
      <vt:lpstr>Calibri Light</vt:lpstr>
      <vt:lpstr>Century Gothic</vt:lpstr>
      <vt:lpstr>Cooper Black</vt:lpstr>
      <vt:lpstr>Corbel</vt:lpstr>
      <vt:lpstr>Garamond</vt:lpstr>
      <vt:lpstr>Gill Sans MT</vt:lpstr>
      <vt:lpstr>Wingdings 3</vt:lpstr>
      <vt:lpstr>Office Theme</vt:lpstr>
      <vt:lpstr>Organic</vt:lpstr>
      <vt:lpstr>Basis</vt:lpstr>
      <vt:lpstr>Gallery</vt:lpstr>
      <vt:lpstr>Ion Boardroom</vt:lpstr>
      <vt:lpstr>Ion</vt:lpstr>
      <vt:lpstr>The Leg Compartment of the  Lower Limb </vt:lpstr>
      <vt:lpstr>Osteology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Leg Compartment of the  Lower Limb</dc:title>
  <dc:creator>Gbolahan OYESHIKU</dc:creator>
  <cp:lastModifiedBy>Gbolahan OYESHIKU</cp:lastModifiedBy>
  <cp:revision>8</cp:revision>
  <dcterms:created xsi:type="dcterms:W3CDTF">2024-08-20T06:24:33Z</dcterms:created>
  <dcterms:modified xsi:type="dcterms:W3CDTF">2025-05-26T15:09:00Z</dcterms:modified>
</cp:coreProperties>
</file>