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69" r:id="rId7"/>
    <p:sldId id="268" r:id="rId8"/>
    <p:sldId id="278" r:id="rId9"/>
    <p:sldId id="270" r:id="rId10"/>
    <p:sldId id="271" r:id="rId11"/>
    <p:sldId id="272" r:id="rId12"/>
    <p:sldId id="280" r:id="rId13"/>
    <p:sldId id="281" r:id="rId14"/>
    <p:sldId id="282" r:id="rId15"/>
    <p:sldId id="283" r:id="rId16"/>
    <p:sldId id="284" r:id="rId17"/>
    <p:sldId id="279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6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4234-23B4-AD30-A61E-031EF4499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172A4-C4B6-DE14-8F70-C0A14A2C6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A6DFB-DAE4-C89A-517F-E65A9BFF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1D15C-5FC9-0AD9-8E61-20231327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816AB-ABDE-D137-6507-C1A02ECE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4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D83C-423E-306F-193D-F618B0D8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B24A2-DF27-AC38-2B2A-D2A85F37B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92281-8210-3AB1-7552-3CEBBD26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62432-D35A-E36D-6E8B-D39B9F7CE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003D1-D17A-31ED-B190-805139ED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4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59DC-1357-9307-43FC-600B3EDE4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B8775-B3D7-D9A8-18D7-671F09F3A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A6D74-A556-41C0-F147-88FAABC4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103B2-0224-2C6A-19C7-C5CF3BB3E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5665-60F3-694B-F7D1-E910F0BD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6A3D-2803-9A90-118C-94573EF7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069D-4B39-7B52-B925-34E23950C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F4E4B-F333-B4A1-CCF3-CB7297CA9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065DB-7DFB-FD26-C33F-E1590827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3DA3D-B0B4-03F2-6BE2-FF066A1A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06A48-3E31-7261-F311-773A19BE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2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CC98-CCDD-B458-E93D-6D23C3B2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DD0B1-4833-255C-7F18-4BBDF8106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B03A3-8907-5CB5-E080-3AB8A225C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FAE93-D5BE-D7FD-A5AC-0241599BE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35BF3-9CB2-0F24-BC0D-DEBCE98A9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F947C-93AD-38C4-C7D0-787D98A6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C7B72-EE68-3B1B-57A8-ADF6C04A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90713-4BA0-8747-E761-4A5336DE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31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C897-80A1-65AD-7658-E6CFC90E5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328EE-627B-7BD5-D748-0DAFEFB0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2360E-A6A1-D241-FF34-99256C68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2BBE5-8784-CA0D-3246-020BE65D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7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CB3152-BEBE-2F1F-C350-6C9EFEA4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49A2A-6DD6-2A17-7978-1272E7AE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ADB0-CF5C-130E-521C-34004D87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36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EF65-DF54-95EB-16BC-FB8AD2B9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FBDF-6552-AF55-38BB-2485FA8F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57C0D-E1CC-97CF-0D3A-D8B0BFD06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4B1C3-D345-4D28-710C-AB1F2B30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023BC-F552-AF36-B59C-3F17CD7AC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5D4B1-74C2-5D93-9A93-E3EDDC3B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10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CE51-DBDF-2EF7-A93C-787E3867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FD123-DFFF-9463-EA1A-31F97040A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23F3C-5E7C-0594-5B31-1DF514AB2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AB66E-64AA-97F6-48CA-01116E22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BB66A-AC26-F473-8AA8-FDF11F9D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B2F58-A80E-B186-9652-58D5A7AA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8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C6FF-1692-5459-88E7-9D97118B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CE568-3B70-8174-AFBA-AAD42055D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1C0C-DDE3-E8E0-46AC-17D66ABC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FCAF-AE98-807A-F53F-D1F551A8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B16B7-7F58-4846-E2FF-C9CD5EFD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96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8C4F8-65B7-4D73-F616-8F258BFC9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C43A3-1832-A8D4-6633-464929048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FFE0-437F-03E6-BE07-9E5F20AF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585B-6B4D-FA1D-B6B2-B881B976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EAAB0-8ABD-A104-9D04-033195B9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9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300A8-8E59-8D56-87C5-030E6AEE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93518-DD31-0D0A-3B0A-6DF8C6786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9E163-22EB-DDAF-46F4-D239AA54B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51E60-C892-41CE-A6C3-90B18CE2BFFE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6B0F8-D9A6-2B7D-F18A-4F29FA111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31173-E352-5C76-6DD3-D37F51FBF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68253-8591-4709-8759-ABDD301312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3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4C0E-DD32-1095-AB77-317BDC575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500743"/>
            <a:ext cx="11364685" cy="3009220"/>
          </a:xfrm>
        </p:spPr>
        <p:txBody>
          <a:bodyPr/>
          <a:lstStyle/>
          <a:p>
            <a:r>
              <a:rPr lang="en-GB" b="1" dirty="0"/>
              <a:t>POSTERIOR TRIANGLE OF THE NECK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2A1BF-F41C-C8A5-197E-47777EF0B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9609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b="1" dirty="0"/>
              <a:t>DR OSO O.A</a:t>
            </a:r>
          </a:p>
        </p:txBody>
      </p:sp>
    </p:spTree>
    <p:extLst>
      <p:ext uri="{BB962C8B-B14F-4D97-AF65-F5344CB8AC3E}">
        <p14:creationId xmlns:p14="http://schemas.microsoft.com/office/powerpoint/2010/main" val="213684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9720-D847-68C9-26FF-0894F48E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5" y="217715"/>
            <a:ext cx="11821885" cy="1175657"/>
          </a:xfrm>
        </p:spPr>
        <p:txBody>
          <a:bodyPr/>
          <a:lstStyle/>
          <a:p>
            <a:r>
              <a:rPr lang="en-GB" b="1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4BBA-6F3B-8EE6-AA3B-6ECAF1B95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480456"/>
            <a:ext cx="11745685" cy="5159829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  <a:p>
            <a:endParaRPr lang="en-GB" dirty="0"/>
          </a:p>
          <a:p>
            <a:r>
              <a:rPr lang="en-GB" dirty="0"/>
              <a:t>BOUNDARIES </a:t>
            </a:r>
          </a:p>
          <a:p>
            <a:endParaRPr lang="en-GB" dirty="0"/>
          </a:p>
          <a:p>
            <a:r>
              <a:rPr lang="en-GB" dirty="0"/>
              <a:t>SUBDIVISIONS</a:t>
            </a:r>
          </a:p>
          <a:p>
            <a:endParaRPr lang="en-GB" dirty="0"/>
          </a:p>
          <a:p>
            <a:r>
              <a:rPr lang="en-GB" dirty="0"/>
              <a:t>CONTENTS</a:t>
            </a:r>
          </a:p>
          <a:p>
            <a:endParaRPr lang="en-GB" dirty="0"/>
          </a:p>
          <a:p>
            <a:r>
              <a:rPr lang="en-GB" dirty="0"/>
              <a:t>APPLIED ANATOMY</a:t>
            </a:r>
          </a:p>
        </p:txBody>
      </p:sp>
    </p:spTree>
    <p:extLst>
      <p:ext uri="{BB962C8B-B14F-4D97-AF65-F5344CB8AC3E}">
        <p14:creationId xmlns:p14="http://schemas.microsoft.com/office/powerpoint/2010/main" val="317582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3253-8035-8658-9743-37D3F762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65BE92-8B77-5B87-904F-A918A994F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42" y="162124"/>
            <a:ext cx="11756571" cy="66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00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941629" cy="6841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29D9-2DFC-3202-754B-5EC02E53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Anterior &amp; Posterior Triangles of the Neck | Geeky Medics">
            <a:extLst>
              <a:ext uri="{FF2B5EF4-FFF2-40B4-BE49-F238E27FC236}">
                <a16:creationId xmlns:a16="http://schemas.microsoft.com/office/drawing/2014/main" id="{D555D7E3-C4B6-555E-4C6B-C8423CE0DB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5" y="195943"/>
            <a:ext cx="11501194" cy="649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82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7239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367"/>
            <a:ext cx="11745686" cy="6523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811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1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97971"/>
            <a:ext cx="11713029" cy="66620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19743"/>
            <a:ext cx="11691257" cy="66185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6" y="0"/>
            <a:ext cx="11723914" cy="66729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2562"/>
            <a:ext cx="11745686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97971"/>
            <a:ext cx="11843657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182562"/>
            <a:ext cx="11811000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6" y="182562"/>
            <a:ext cx="11723914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29" y="182562"/>
            <a:ext cx="11680371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28600"/>
            <a:ext cx="11800114" cy="648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80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82562"/>
            <a:ext cx="11865429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87086"/>
            <a:ext cx="11854543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1514"/>
            <a:ext cx="11811000" cy="65749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" y="141514"/>
            <a:ext cx="11756571" cy="65749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82562"/>
            <a:ext cx="11854543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3" y="182562"/>
            <a:ext cx="11680371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30628"/>
            <a:ext cx="11843657" cy="65967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182562"/>
            <a:ext cx="11778343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9495-A51A-767B-F06B-A88749E06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5A6F-848F-421A-9BCC-C1FB978EB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39458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4189</TotalTime>
  <Words>18</Words>
  <Application>Microsoft Office PowerPoint</Application>
  <PresentationFormat>Widescreen</PresentationFormat>
  <Paragraphs>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POSTERIOR TRIANGLE OF THE NECK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Rotimi Oso</dc:creator>
  <cp:lastModifiedBy>Rotimi Oso</cp:lastModifiedBy>
  <cp:revision>7</cp:revision>
  <dcterms:created xsi:type="dcterms:W3CDTF">2026-04-01T22:08:51Z</dcterms:created>
  <dcterms:modified xsi:type="dcterms:W3CDTF">2026-04-04T19:58:31Z</dcterms:modified>
</cp:coreProperties>
</file>