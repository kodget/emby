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9DoCxZs0VaNh+vxONPp6oo721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4929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TYMPANIC CAVITY</a:t>
            </a:r>
            <a:br>
              <a:rPr lang="en-US"/>
            </a:br>
            <a:r>
              <a:rPr lang="en-US"/>
              <a:t>BY </a:t>
            </a:r>
            <a:br>
              <a:rPr lang="en-US"/>
            </a:br>
            <a:r>
              <a:rPr lang="en-US"/>
              <a:t>DR. OGWUCHE, ELIJAH</a:t>
            </a:r>
            <a:br>
              <a:rPr lang="en-US"/>
            </a:br>
            <a:r>
              <a:rPr lang="en-US"/>
              <a:t>(BSc. MSc. MB,BS)</a:t>
            </a:r>
            <a:br>
              <a:rPr lang="en-US"/>
            </a:br>
            <a:r>
              <a:rPr lang="en-US"/>
              <a:t>LAGOS STATE UNIVERSITY COLLEGE OF MEDICINE (LASUCOM), IKEJA.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 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BOUNDARIES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BLOOD SUPPLY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LYMPH DRAINAGE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NERVE SUPPLY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APPLIED ANATOMY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REFERENCES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tympanic cavity (middle ear); Is the narrow slip-like cavity in the petrous part of the temporal bone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extends from the tympanic membrane to the lateral wall of the inner ear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</a:t>
            </a:r>
            <a:endParaRPr/>
          </a:p>
        </p:txBody>
      </p:sp>
      <p:pic>
        <p:nvPicPr>
          <p:cNvPr id="102" name="Google Shape;102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6246" y="1825625"/>
            <a:ext cx="777950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BOUNDARIES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tympanic cavity is more like a rectangular cavity with six (6) borders or walls, namely; Anterior wall, Posterior wall, Medial wall, Lateral wall, Floor and Roof.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u="sng"/>
              <a:t>Anterior (Carotid) wall</a:t>
            </a:r>
            <a:r>
              <a:rPr lang="en-US"/>
              <a:t>; it is narrow, formed by a thin bony plate that seperates the middle ear from internal carotid artery.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-it has  two openings that leads into the auditory tube and tensor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tensor tympani muscle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u="sng"/>
              <a:t>Posterior (mastoid) wall;</a:t>
            </a:r>
            <a:r>
              <a:rPr lang="en-US"/>
              <a:t> formed by a bony partition and mastoid air cells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-superiorly; aditus, fossa incudus, pyramid, posterior canaliculus for the   chorda tympani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BOUNDARIES Cont’d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Medial wall;</a:t>
            </a:r>
            <a:r>
              <a:rPr lang="en-US"/>
              <a:t> formed by the fenestra cochlea, fenestra vestibuli and the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promontory (a prominent bulge produced by the facial nerve)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It is the lateral wall of the inner ear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Lateral wall; </a:t>
            </a:r>
            <a:r>
              <a:rPr lang="en-US"/>
              <a:t>the tympanic membrane and lateral wall of the epitympanic recess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Floor</a:t>
            </a:r>
            <a:r>
              <a:rPr lang="en-US"/>
              <a:t> (jugular wall); Formed by a thin plate of bone separating the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tympanic cavity from the bulb of internal jugular vein (IJV)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Roof ; </a:t>
            </a:r>
            <a:r>
              <a:rPr lang="en-US"/>
              <a:t>formed by the tegmen tympani which is a thin sheeth of bone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that seperates the middle ear from the middle cranial fossa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COMMUNICATIONS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Anteriorly; the tympanic cavity communicate with the pharynx through the pharyngotympanic tube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Posteriorly; it communicates with the mastoid antrum and mastoid air cells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contains the  following structures;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Auditory ossicles; Malleus, Incus and Stapes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Stapedius and tensor tympani muscle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Tympanic plexus of nerves formed by fibres of facial nerve and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glossopharyngeal nerve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BLOOD SUPPLY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Anterior tympani artery, a branch of the maxillary artery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Stylomastoid artery, from the posterior auricular artery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Superior tympanic artery, a branch of Middle meningeal artery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Veinous drainage</a:t>
            </a:r>
            <a:r>
              <a:rPr lang="en-US"/>
              <a:t>; Drains into the pterygoid plexus of veins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/>
              <a:t>Lymphatic drainage;</a:t>
            </a:r>
            <a:r>
              <a:rPr lang="en-US"/>
              <a:t> lymph drains into the parotid, retropharyngeal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and upper deep cervical lymph nodes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NERVE SUPPLY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middle ear is supplied by branches of the trigeminal nerve, facial nerve, glossopharyngeal nerve and vagus nerve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mucous membrane is supplied by branches of the tympanic plexus formed mainly  by the tympanic branch of glossopharyngeal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(Jacobson’s) nerve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Transmission of sound wave from the external ear (tympanic membrane) to the inner ear through the auditory ossicles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increases the intensity of sound waves (10 times)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Sound waves causes the tympanic membrane to vibrate, which then causes the ossicles to move.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mechanical motion is transferred through the middle ear to the inner ear, where it is converted into electrical signals for the brain to interpret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APPLIED ANATOMY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Otitis media; inflammation of the middle ear, this may result from spread of infection from the throat  via the auditory tube to the middle ear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the middle ear, the infection can spread to the mastoid air cells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Infection of the mastoid process can spread to the middle cranial fossa, then into the brain and cause inflammation of the meninges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Fracture of the middle cranial fossa, breaks the roof of the middle ear, rupture the tympanic membrane and cause bleeding via the ear and discharge of cerebrospinal fluid (CSF)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Mastoiditis; inflammation of the mastoid process with pus formation should be drained and care must be taken not to damage facial nerve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Hyperacusis; decreased sound tolerance due to paralysis of stapedius muscle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Cotran, Ramzi S, Vinay Kumar, and Stanley L Robbins: Pathologic Basis Of Disease. 9th ed. Philadelphia, PA: Saunders Elsevier, 2015. Print.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Netter, Frank: Atlas Of Human Anatomy. 6th ed. Philadelphia, PA: Elsevier, 2014. Print.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'Notes &amp; Querries': Scientific American 50.14 (1884): 218. Web. 30 May 2015.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Sinnatamby, Chummy S, and R. J Last. Last's Anatomy: 12th ed. Edinburgh: Churchill Livingstone/Elsevier, 2011. Print.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Snow, James B, John Jacob Ballenger, and James B Snow: Ballenger's Otorhinolaryngology. 16th ed. Hamilton, Ont.: BC Decker, 2003. Print.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5354"/>
              </a:buClr>
              <a:buSzPct val="100000"/>
              <a:buFont typeface="Arial"/>
              <a:buChar char="•"/>
            </a:pPr>
            <a:r>
              <a:rPr b="0" i="0" lang="en-US">
                <a:solidFill>
                  <a:srgbClr val="495354"/>
                </a:solidFill>
                <a:latin typeface="Arial"/>
                <a:ea typeface="Arial"/>
                <a:cs typeface="Arial"/>
                <a:sym typeface="Arial"/>
              </a:rPr>
              <a:t>Standring, Susan, Neil R Borley, and Henry Gray. Gray's Anatomy: The Anatomical Basis Of Clinical Practice. 40th ed. [Edinburgh]: Churchill Livingstone/Elsevier, 2008. Print.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365125"/>
            <a:ext cx="10515600" cy="4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-US"/>
              <a:t>THANK YOU ALL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2025-09-03T12:07:55Z</dcterms:created>
  <dc:creator>Elijah Ogwuche</dc:creator>
</cp:coreProperties>
</file>