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themeOverride+xml" PartName="/ppt/theme/themeOverride1.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Lst>
  <p:sldSz cy="6858000" cx="9144000"/>
  <p:notesSz cx="6858000" cy="9144000"/>
  <p:embeddedFontLst>
    <p:embeddedFont>
      <p:font typeface="Gill Sans"/>
      <p:regular r:id="rId62"/>
      <p:bold r:id="rId6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64" roundtripDataSignature="AMtx7miMqFP+/OndI09rkhZQAYtGnTtZa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GillSans-regular.fntdata"/><Relationship Id="rId61" Type="http://schemas.openxmlformats.org/officeDocument/2006/relationships/slide" Target="slides/slide56.xml"/><Relationship Id="rId20" Type="http://schemas.openxmlformats.org/officeDocument/2006/relationships/slide" Target="slides/slide15.xml"/><Relationship Id="rId64" Type="http://customschemas.google.com/relationships/presentationmetadata" Target="metadata"/><Relationship Id="rId63" Type="http://schemas.openxmlformats.org/officeDocument/2006/relationships/font" Target="fonts/GillSans-bold.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4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4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4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4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5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p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5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5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5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p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5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5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5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solidFill>
          <a:schemeClr val="accent1"/>
        </a:solidFill>
      </p:bgPr>
    </p:bg>
    <p:spTree>
      <p:nvGrpSpPr>
        <p:cNvPr id="14" name="Shape 14"/>
        <p:cNvGrpSpPr/>
        <p:nvPr/>
      </p:nvGrpSpPr>
      <p:grpSpPr>
        <a:xfrm>
          <a:off x="0" y="0"/>
          <a:ext cx="0" cy="0"/>
          <a:chOff x="0" y="0"/>
          <a:chExt cx="0" cy="0"/>
        </a:xfrm>
      </p:grpSpPr>
      <p:sp>
        <p:nvSpPr>
          <p:cNvPr id="15" name="Google Shape;15;p58" title="scalloped circle"/>
          <p:cNvSpPr/>
          <p:nvPr/>
        </p:nvSpPr>
        <p:spPr>
          <a:xfrm>
            <a:off x="2063750" y="630238"/>
            <a:ext cx="5229225" cy="5229225"/>
          </a:xfrm>
          <a:custGeom>
            <a:rect b="b" l="l" r="r" t="t"/>
            <a:pathLst>
              <a:path extrusionOk="0" h="3294" w="3298">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lt2"/>
          </a:solidFill>
          <a:ln>
            <a:noFill/>
          </a:ln>
        </p:spPr>
      </p:sp>
      <p:sp>
        <p:nvSpPr>
          <p:cNvPr id="16" name="Google Shape;16;p58"/>
          <p:cNvSpPr/>
          <p:nvPr/>
        </p:nvSpPr>
        <p:spPr>
          <a:xfrm>
            <a:off x="0" y="0"/>
            <a:ext cx="212725" cy="6858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58" title="left edge border"/>
          <p:cNvSpPr/>
          <p:nvPr/>
        </p:nvSpPr>
        <p:spPr>
          <a:xfrm>
            <a:off x="0" y="0"/>
            <a:ext cx="212725" cy="6858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58"/>
          <p:cNvSpPr txBox="1"/>
          <p:nvPr>
            <p:ph type="ctrTitle"/>
          </p:nvPr>
        </p:nvSpPr>
        <p:spPr>
          <a:xfrm>
            <a:off x="808892" y="1098388"/>
            <a:ext cx="7738814" cy="4394988"/>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0"/>
              </a:spcBef>
              <a:spcAft>
                <a:spcPts val="0"/>
              </a:spcAft>
              <a:buSzPts val="1400"/>
              <a:buNone/>
              <a:defRPr sz="75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9" name="Google Shape;19;p58"/>
          <p:cNvSpPr txBox="1"/>
          <p:nvPr>
            <p:ph idx="1" type="subTitle"/>
          </p:nvPr>
        </p:nvSpPr>
        <p:spPr>
          <a:xfrm>
            <a:off x="1661284" y="5979197"/>
            <a:ext cx="6034030" cy="742279"/>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700"/>
              </a:spcBef>
              <a:spcAft>
                <a:spcPts val="0"/>
              </a:spcAft>
              <a:buSzPts val="1500"/>
              <a:buNone/>
              <a:defRPr b="1" i="0" sz="1500" cap="none">
                <a:solidFill>
                  <a:schemeClr val="dk2"/>
                </a:solidFill>
              </a:defRPr>
            </a:lvl1pPr>
            <a:lvl2pPr lvl="1" algn="ctr">
              <a:lnSpc>
                <a:spcPct val="110000"/>
              </a:lnSpc>
              <a:spcBef>
                <a:spcPts val="700"/>
              </a:spcBef>
              <a:spcAft>
                <a:spcPts val="0"/>
              </a:spcAft>
              <a:buSzPts val="1500"/>
              <a:buNone/>
              <a:defRPr sz="1500"/>
            </a:lvl2pPr>
            <a:lvl3pPr lvl="2" algn="ctr">
              <a:lnSpc>
                <a:spcPct val="110000"/>
              </a:lnSpc>
              <a:spcBef>
                <a:spcPts val="700"/>
              </a:spcBef>
              <a:spcAft>
                <a:spcPts val="0"/>
              </a:spcAft>
              <a:buSzPts val="1350"/>
              <a:buNone/>
              <a:defRPr sz="1350"/>
            </a:lvl3pPr>
            <a:lvl4pPr lvl="3" algn="ctr">
              <a:lnSpc>
                <a:spcPct val="110000"/>
              </a:lnSpc>
              <a:spcBef>
                <a:spcPts val="700"/>
              </a:spcBef>
              <a:spcAft>
                <a:spcPts val="0"/>
              </a:spcAft>
              <a:buSzPts val="1200"/>
              <a:buNone/>
              <a:defRPr sz="1200"/>
            </a:lvl4pPr>
            <a:lvl5pPr lvl="4" algn="ctr">
              <a:lnSpc>
                <a:spcPct val="110000"/>
              </a:lnSpc>
              <a:spcBef>
                <a:spcPts val="700"/>
              </a:spcBef>
              <a:spcAft>
                <a:spcPts val="0"/>
              </a:spcAft>
              <a:buSzPts val="1200"/>
              <a:buNone/>
              <a:defRPr sz="1200"/>
            </a:lvl5pPr>
            <a:lvl6pPr lvl="5" algn="ctr">
              <a:lnSpc>
                <a:spcPct val="110000"/>
              </a:lnSpc>
              <a:spcBef>
                <a:spcPts val="700"/>
              </a:spcBef>
              <a:spcAft>
                <a:spcPts val="0"/>
              </a:spcAft>
              <a:buSzPts val="1200"/>
              <a:buNone/>
              <a:defRPr sz="1200"/>
            </a:lvl6pPr>
            <a:lvl7pPr lvl="6" algn="ctr">
              <a:lnSpc>
                <a:spcPct val="110000"/>
              </a:lnSpc>
              <a:spcBef>
                <a:spcPts val="700"/>
              </a:spcBef>
              <a:spcAft>
                <a:spcPts val="0"/>
              </a:spcAft>
              <a:buSzPts val="1200"/>
              <a:buNone/>
              <a:defRPr sz="1200"/>
            </a:lvl7pPr>
            <a:lvl8pPr lvl="7" algn="ctr">
              <a:lnSpc>
                <a:spcPct val="110000"/>
              </a:lnSpc>
              <a:spcBef>
                <a:spcPts val="700"/>
              </a:spcBef>
              <a:spcAft>
                <a:spcPts val="0"/>
              </a:spcAft>
              <a:buSzPts val="1200"/>
              <a:buNone/>
              <a:defRPr sz="1200"/>
            </a:lvl8pPr>
            <a:lvl9pPr lvl="8" algn="ctr">
              <a:lnSpc>
                <a:spcPct val="110000"/>
              </a:lnSpc>
              <a:spcBef>
                <a:spcPts val="700"/>
              </a:spcBef>
              <a:spcAft>
                <a:spcPts val="0"/>
              </a:spcAft>
              <a:buSzPts val="1200"/>
              <a:buNone/>
              <a:defRPr sz="1200"/>
            </a:lvl9pPr>
          </a:lstStyle>
          <a:p/>
        </p:txBody>
      </p:sp>
      <p:sp>
        <p:nvSpPr>
          <p:cNvPr id="20" name="Google Shape;20;p58"/>
          <p:cNvSpPr txBox="1"/>
          <p:nvPr>
            <p:ph idx="10" type="dt"/>
          </p:nvPr>
        </p:nvSpPr>
        <p:spPr>
          <a:xfrm>
            <a:off x="809625" y="6375400"/>
            <a:ext cx="1746250" cy="3492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895E04"/>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58"/>
          <p:cNvSpPr txBox="1"/>
          <p:nvPr>
            <p:ph idx="11" type="ftr"/>
          </p:nvPr>
        </p:nvSpPr>
        <p:spPr>
          <a:xfrm>
            <a:off x="3135313" y="6375400"/>
            <a:ext cx="3086100" cy="3460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895E04"/>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58"/>
          <p:cNvSpPr txBox="1"/>
          <p:nvPr>
            <p:ph idx="12" type="sldNum"/>
          </p:nvPr>
        </p:nvSpPr>
        <p:spPr>
          <a:xfrm>
            <a:off x="6800850" y="6375400"/>
            <a:ext cx="1746250" cy="34607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sz="1000">
                <a:solidFill>
                  <a:srgbClr val="895E04"/>
                </a:solidFill>
                <a:latin typeface="Gill Sans"/>
                <a:ea typeface="Gill Sans"/>
                <a:cs typeface="Gill Sans"/>
                <a:sym typeface="Gill Sans"/>
              </a:defRPr>
            </a:lvl1pPr>
            <a:lvl2pPr indent="0" lvl="1" marL="0" algn="r">
              <a:spcBef>
                <a:spcPts val="0"/>
              </a:spcBef>
              <a:spcAft>
                <a:spcPts val="0"/>
              </a:spcAft>
              <a:buNone/>
              <a:defRPr sz="1000">
                <a:solidFill>
                  <a:srgbClr val="895E04"/>
                </a:solidFill>
                <a:latin typeface="Gill Sans"/>
                <a:ea typeface="Gill Sans"/>
                <a:cs typeface="Gill Sans"/>
                <a:sym typeface="Gill Sans"/>
              </a:defRPr>
            </a:lvl2pPr>
            <a:lvl3pPr indent="0" lvl="2" marL="0" algn="r">
              <a:spcBef>
                <a:spcPts val="0"/>
              </a:spcBef>
              <a:spcAft>
                <a:spcPts val="0"/>
              </a:spcAft>
              <a:buNone/>
              <a:defRPr sz="1000">
                <a:solidFill>
                  <a:srgbClr val="895E04"/>
                </a:solidFill>
                <a:latin typeface="Gill Sans"/>
                <a:ea typeface="Gill Sans"/>
                <a:cs typeface="Gill Sans"/>
                <a:sym typeface="Gill Sans"/>
              </a:defRPr>
            </a:lvl3pPr>
            <a:lvl4pPr indent="0" lvl="3" marL="0" algn="r">
              <a:spcBef>
                <a:spcPts val="0"/>
              </a:spcBef>
              <a:spcAft>
                <a:spcPts val="0"/>
              </a:spcAft>
              <a:buNone/>
              <a:defRPr sz="1000">
                <a:solidFill>
                  <a:srgbClr val="895E04"/>
                </a:solidFill>
                <a:latin typeface="Gill Sans"/>
                <a:ea typeface="Gill Sans"/>
                <a:cs typeface="Gill Sans"/>
                <a:sym typeface="Gill Sans"/>
              </a:defRPr>
            </a:lvl4pPr>
            <a:lvl5pPr indent="0" lvl="4" marL="0" algn="r">
              <a:spcBef>
                <a:spcPts val="0"/>
              </a:spcBef>
              <a:spcAft>
                <a:spcPts val="0"/>
              </a:spcAft>
              <a:buNone/>
              <a:defRPr sz="1000">
                <a:solidFill>
                  <a:srgbClr val="895E04"/>
                </a:solidFill>
                <a:latin typeface="Gill Sans"/>
                <a:ea typeface="Gill Sans"/>
                <a:cs typeface="Gill Sans"/>
                <a:sym typeface="Gill Sans"/>
              </a:defRPr>
            </a:lvl5pPr>
            <a:lvl6pPr indent="0" lvl="5" marL="0" algn="r">
              <a:spcBef>
                <a:spcPts val="0"/>
              </a:spcBef>
              <a:spcAft>
                <a:spcPts val="0"/>
              </a:spcAft>
              <a:buNone/>
              <a:defRPr sz="1000">
                <a:solidFill>
                  <a:srgbClr val="895E04"/>
                </a:solidFill>
                <a:latin typeface="Gill Sans"/>
                <a:ea typeface="Gill Sans"/>
                <a:cs typeface="Gill Sans"/>
                <a:sym typeface="Gill Sans"/>
              </a:defRPr>
            </a:lvl6pPr>
            <a:lvl7pPr indent="0" lvl="6" marL="0" algn="r">
              <a:spcBef>
                <a:spcPts val="0"/>
              </a:spcBef>
              <a:spcAft>
                <a:spcPts val="0"/>
              </a:spcAft>
              <a:buNone/>
              <a:defRPr sz="1000">
                <a:solidFill>
                  <a:srgbClr val="895E04"/>
                </a:solidFill>
                <a:latin typeface="Gill Sans"/>
                <a:ea typeface="Gill Sans"/>
                <a:cs typeface="Gill Sans"/>
                <a:sym typeface="Gill Sans"/>
              </a:defRPr>
            </a:lvl7pPr>
            <a:lvl8pPr indent="0" lvl="7" marL="0" algn="r">
              <a:spcBef>
                <a:spcPts val="0"/>
              </a:spcBef>
              <a:spcAft>
                <a:spcPts val="0"/>
              </a:spcAft>
              <a:buNone/>
              <a:defRPr sz="1000">
                <a:solidFill>
                  <a:srgbClr val="895E04"/>
                </a:solidFill>
                <a:latin typeface="Gill Sans"/>
                <a:ea typeface="Gill Sans"/>
                <a:cs typeface="Gill Sans"/>
                <a:sym typeface="Gill Sans"/>
              </a:defRPr>
            </a:lvl8pPr>
            <a:lvl9pPr indent="0" lvl="8" marL="0" algn="r">
              <a:spcBef>
                <a:spcPts val="0"/>
              </a:spcBef>
              <a:spcAft>
                <a:spcPts val="0"/>
              </a:spcAft>
              <a:buNone/>
              <a:defRPr sz="1000">
                <a:solidFill>
                  <a:srgbClr val="895E04"/>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3" name="Shape 23"/>
        <p:cNvGrpSpPr/>
        <p:nvPr/>
      </p:nvGrpSpPr>
      <p:grpSpPr>
        <a:xfrm>
          <a:off x="0" y="0"/>
          <a:ext cx="0" cy="0"/>
          <a:chOff x="0" y="0"/>
          <a:chExt cx="0" cy="0"/>
        </a:xfrm>
      </p:grpSpPr>
      <p:sp>
        <p:nvSpPr>
          <p:cNvPr id="24" name="Google Shape;24;p59"/>
          <p:cNvSpPr txBox="1"/>
          <p:nvPr>
            <p:ph type="title"/>
          </p:nvPr>
        </p:nvSpPr>
        <p:spPr>
          <a:xfrm>
            <a:off x="938213" y="382588"/>
            <a:ext cx="7634287" cy="149225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5" name="Google Shape;25;p59"/>
          <p:cNvSpPr txBox="1"/>
          <p:nvPr>
            <p:ph idx="1" type="body"/>
          </p:nvPr>
        </p:nvSpPr>
        <p:spPr>
          <a:xfrm>
            <a:off x="938213" y="2286000"/>
            <a:ext cx="7634287" cy="3594100"/>
          </a:xfrm>
          <a:prstGeom prst="rect">
            <a:avLst/>
          </a:prstGeom>
          <a:noFill/>
          <a:ln>
            <a:noFill/>
          </a:ln>
        </p:spPr>
        <p:txBody>
          <a:bodyPr anchorCtr="0" anchor="t" bIns="45700" lIns="91425" spcFirstLastPara="1" rIns="91425" wrap="square" tIns="45700">
            <a:noAutofit/>
          </a:bodyPr>
          <a:lstStyle>
            <a:lvl1pPr indent="-342900" lvl="0" marL="457200" algn="l">
              <a:lnSpc>
                <a:spcPct val="110000"/>
              </a:lnSpc>
              <a:spcBef>
                <a:spcPts val="700"/>
              </a:spcBef>
              <a:spcAft>
                <a:spcPts val="0"/>
              </a:spcAft>
              <a:buSzPts val="1800"/>
              <a:buChar char="•"/>
              <a:defRPr/>
            </a:lvl1pPr>
            <a:lvl2pPr indent="-342900" lvl="1" marL="914400" algn="l">
              <a:lnSpc>
                <a:spcPct val="110000"/>
              </a:lnSpc>
              <a:spcBef>
                <a:spcPts val="700"/>
              </a:spcBef>
              <a:spcAft>
                <a:spcPts val="0"/>
              </a:spcAft>
              <a:buSzPts val="1800"/>
              <a:buChar char="–"/>
              <a:defRPr/>
            </a:lvl2pPr>
            <a:lvl3pPr indent="-342900" lvl="2" marL="1371600" algn="l">
              <a:lnSpc>
                <a:spcPct val="110000"/>
              </a:lnSpc>
              <a:spcBef>
                <a:spcPts val="700"/>
              </a:spcBef>
              <a:spcAft>
                <a:spcPts val="0"/>
              </a:spcAft>
              <a:buSzPts val="1800"/>
              <a:buChar char="•"/>
              <a:defRPr/>
            </a:lvl3pPr>
            <a:lvl4pPr indent="-342900" lvl="3" marL="1828800" algn="l">
              <a:lnSpc>
                <a:spcPct val="110000"/>
              </a:lnSpc>
              <a:spcBef>
                <a:spcPts val="700"/>
              </a:spcBef>
              <a:spcAft>
                <a:spcPts val="0"/>
              </a:spcAft>
              <a:buSzPts val="1800"/>
              <a:buChar char="–"/>
              <a:defRPr/>
            </a:lvl4pPr>
            <a:lvl5pPr indent="-342900" lvl="4" marL="2286000" algn="l">
              <a:lnSpc>
                <a:spcPct val="110000"/>
              </a:lnSpc>
              <a:spcBef>
                <a:spcPts val="700"/>
              </a:spcBef>
              <a:spcAft>
                <a:spcPts val="0"/>
              </a:spcAft>
              <a:buSzPts val="1800"/>
              <a:buChar char="•"/>
              <a:defRPr/>
            </a:lvl5pPr>
            <a:lvl6pPr indent="-342900" lvl="5" marL="2743200" algn="l">
              <a:lnSpc>
                <a:spcPct val="110000"/>
              </a:lnSpc>
              <a:spcBef>
                <a:spcPts val="700"/>
              </a:spcBef>
              <a:spcAft>
                <a:spcPts val="0"/>
              </a:spcAft>
              <a:buSzPts val="1800"/>
              <a:buChar char="–"/>
              <a:defRPr/>
            </a:lvl6pPr>
            <a:lvl7pPr indent="-342900" lvl="6" marL="3200400" algn="l">
              <a:lnSpc>
                <a:spcPct val="110000"/>
              </a:lnSpc>
              <a:spcBef>
                <a:spcPts val="700"/>
              </a:spcBef>
              <a:spcAft>
                <a:spcPts val="0"/>
              </a:spcAft>
              <a:buSzPts val="1800"/>
              <a:buChar char="•"/>
              <a:defRPr/>
            </a:lvl7pPr>
            <a:lvl8pPr indent="-342900" lvl="7" marL="3657600" algn="l">
              <a:lnSpc>
                <a:spcPct val="110000"/>
              </a:lnSpc>
              <a:spcBef>
                <a:spcPts val="700"/>
              </a:spcBef>
              <a:spcAft>
                <a:spcPts val="0"/>
              </a:spcAft>
              <a:buSzPts val="1800"/>
              <a:buChar char="–"/>
              <a:defRPr/>
            </a:lvl8pPr>
            <a:lvl9pPr indent="-342900" lvl="8" marL="4114800" algn="l">
              <a:lnSpc>
                <a:spcPct val="110000"/>
              </a:lnSpc>
              <a:spcBef>
                <a:spcPts val="700"/>
              </a:spcBef>
              <a:spcAft>
                <a:spcPts val="0"/>
              </a:spcAft>
              <a:buSzPts val="1800"/>
              <a:buChar char="•"/>
              <a:defRPr/>
            </a:lvl9pPr>
          </a:lstStyle>
          <a:p/>
        </p:txBody>
      </p:sp>
      <p:sp>
        <p:nvSpPr>
          <p:cNvPr id="26" name="Google Shape;26;p59"/>
          <p:cNvSpPr txBox="1"/>
          <p:nvPr>
            <p:ph idx="10" type="dt"/>
          </p:nvPr>
        </p:nvSpPr>
        <p:spPr>
          <a:xfrm>
            <a:off x="938213" y="6375400"/>
            <a:ext cx="1747837" cy="3492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59"/>
          <p:cNvSpPr txBox="1"/>
          <p:nvPr>
            <p:ph idx="11" type="ftr"/>
          </p:nvPr>
        </p:nvSpPr>
        <p:spPr>
          <a:xfrm>
            <a:off x="3028950" y="6375400"/>
            <a:ext cx="3086100" cy="3460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59"/>
          <p:cNvSpPr txBox="1"/>
          <p:nvPr>
            <p:ph idx="12" type="sldNum"/>
          </p:nvPr>
        </p:nvSpPr>
        <p:spPr>
          <a:xfrm>
            <a:off x="6457950" y="6375400"/>
            <a:ext cx="2114550" cy="34607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sz="1000">
                <a:solidFill>
                  <a:srgbClr val="595959"/>
                </a:solidFill>
                <a:latin typeface="Gill Sans"/>
                <a:ea typeface="Gill Sans"/>
                <a:cs typeface="Gill Sans"/>
                <a:sym typeface="Gill Sans"/>
              </a:defRPr>
            </a:lvl1pPr>
            <a:lvl2pPr indent="0" lvl="1" marL="0" algn="r">
              <a:spcBef>
                <a:spcPts val="0"/>
              </a:spcBef>
              <a:spcAft>
                <a:spcPts val="0"/>
              </a:spcAft>
              <a:buNone/>
              <a:defRPr sz="1000">
                <a:solidFill>
                  <a:srgbClr val="595959"/>
                </a:solidFill>
                <a:latin typeface="Gill Sans"/>
                <a:ea typeface="Gill Sans"/>
                <a:cs typeface="Gill Sans"/>
                <a:sym typeface="Gill Sans"/>
              </a:defRPr>
            </a:lvl2pPr>
            <a:lvl3pPr indent="0" lvl="2" marL="0" algn="r">
              <a:spcBef>
                <a:spcPts val="0"/>
              </a:spcBef>
              <a:spcAft>
                <a:spcPts val="0"/>
              </a:spcAft>
              <a:buNone/>
              <a:defRPr sz="1000">
                <a:solidFill>
                  <a:srgbClr val="595959"/>
                </a:solidFill>
                <a:latin typeface="Gill Sans"/>
                <a:ea typeface="Gill Sans"/>
                <a:cs typeface="Gill Sans"/>
                <a:sym typeface="Gill Sans"/>
              </a:defRPr>
            </a:lvl3pPr>
            <a:lvl4pPr indent="0" lvl="3" marL="0" algn="r">
              <a:spcBef>
                <a:spcPts val="0"/>
              </a:spcBef>
              <a:spcAft>
                <a:spcPts val="0"/>
              </a:spcAft>
              <a:buNone/>
              <a:defRPr sz="1000">
                <a:solidFill>
                  <a:srgbClr val="595959"/>
                </a:solidFill>
                <a:latin typeface="Gill Sans"/>
                <a:ea typeface="Gill Sans"/>
                <a:cs typeface="Gill Sans"/>
                <a:sym typeface="Gill Sans"/>
              </a:defRPr>
            </a:lvl4pPr>
            <a:lvl5pPr indent="0" lvl="4" marL="0" algn="r">
              <a:spcBef>
                <a:spcPts val="0"/>
              </a:spcBef>
              <a:spcAft>
                <a:spcPts val="0"/>
              </a:spcAft>
              <a:buNone/>
              <a:defRPr sz="1000">
                <a:solidFill>
                  <a:srgbClr val="595959"/>
                </a:solidFill>
                <a:latin typeface="Gill Sans"/>
                <a:ea typeface="Gill Sans"/>
                <a:cs typeface="Gill Sans"/>
                <a:sym typeface="Gill Sans"/>
              </a:defRPr>
            </a:lvl5pPr>
            <a:lvl6pPr indent="0" lvl="5" marL="0" algn="r">
              <a:spcBef>
                <a:spcPts val="0"/>
              </a:spcBef>
              <a:spcAft>
                <a:spcPts val="0"/>
              </a:spcAft>
              <a:buNone/>
              <a:defRPr sz="1000">
                <a:solidFill>
                  <a:srgbClr val="595959"/>
                </a:solidFill>
                <a:latin typeface="Gill Sans"/>
                <a:ea typeface="Gill Sans"/>
                <a:cs typeface="Gill Sans"/>
                <a:sym typeface="Gill Sans"/>
              </a:defRPr>
            </a:lvl6pPr>
            <a:lvl7pPr indent="0" lvl="6" marL="0" algn="r">
              <a:spcBef>
                <a:spcPts val="0"/>
              </a:spcBef>
              <a:spcAft>
                <a:spcPts val="0"/>
              </a:spcAft>
              <a:buNone/>
              <a:defRPr sz="1000">
                <a:solidFill>
                  <a:srgbClr val="595959"/>
                </a:solidFill>
                <a:latin typeface="Gill Sans"/>
                <a:ea typeface="Gill Sans"/>
                <a:cs typeface="Gill Sans"/>
                <a:sym typeface="Gill Sans"/>
              </a:defRPr>
            </a:lvl7pPr>
            <a:lvl8pPr indent="0" lvl="7" marL="0" algn="r">
              <a:spcBef>
                <a:spcPts val="0"/>
              </a:spcBef>
              <a:spcAft>
                <a:spcPts val="0"/>
              </a:spcAft>
              <a:buNone/>
              <a:defRPr sz="1000">
                <a:solidFill>
                  <a:srgbClr val="595959"/>
                </a:solidFill>
                <a:latin typeface="Gill Sans"/>
                <a:ea typeface="Gill Sans"/>
                <a:cs typeface="Gill Sans"/>
                <a:sym typeface="Gill Sans"/>
              </a:defRPr>
            </a:lvl8pPr>
            <a:lvl9pPr indent="0" lvl="8" marL="0" algn="r">
              <a:spcBef>
                <a:spcPts val="0"/>
              </a:spcBef>
              <a:spcAft>
                <a:spcPts val="0"/>
              </a:spcAft>
              <a:buNone/>
              <a:defRPr sz="1000">
                <a:solidFill>
                  <a:srgbClr val="595959"/>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Diagram or Organization Chart" type="dgm">
  <p:cSld name="DIAGRAM">
    <p:spTree>
      <p:nvGrpSpPr>
        <p:cNvPr id="29" name="Shape 29"/>
        <p:cNvGrpSpPr/>
        <p:nvPr/>
      </p:nvGrpSpPr>
      <p:grpSpPr>
        <a:xfrm>
          <a:off x="0" y="0"/>
          <a:ext cx="0" cy="0"/>
          <a:chOff x="0" y="0"/>
          <a:chExt cx="0" cy="0"/>
        </a:xfrm>
      </p:grpSpPr>
      <p:sp>
        <p:nvSpPr>
          <p:cNvPr id="30" name="Google Shape;30;p60"/>
          <p:cNvSpPr txBox="1"/>
          <p:nvPr>
            <p:ph type="title"/>
          </p:nvPr>
        </p:nvSpPr>
        <p:spPr>
          <a:xfrm>
            <a:off x="457200" y="277813"/>
            <a:ext cx="8229600" cy="113982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31" name="Google Shape;31;p60"/>
          <p:cNvSpPr/>
          <p:nvPr>
            <p:ph idx="2" type="dgm"/>
          </p:nvPr>
        </p:nvSpPr>
        <p:spPr>
          <a:xfrm>
            <a:off x="457200" y="1600200"/>
            <a:ext cx="8229600" cy="4530725"/>
          </a:xfrm>
          <a:prstGeom prst="rect">
            <a:avLst/>
          </a:prstGeom>
          <a:noFill/>
          <a:ln>
            <a:noFill/>
          </a:ln>
        </p:spPr>
        <p:txBody>
          <a:bodyPr anchorCtr="0" anchor="t" bIns="45700" lIns="91425" spcFirstLastPara="1" rIns="91425" wrap="square" tIns="45700">
            <a:normAutofit/>
          </a:bodyPr>
          <a:lstStyle>
            <a:lvl1pPr lvl="0" marR="0" rtl="0" algn="l">
              <a:lnSpc>
                <a:spcPct val="110000"/>
              </a:lnSpc>
              <a:spcBef>
                <a:spcPts val="700"/>
              </a:spcBef>
              <a:spcAft>
                <a:spcPts val="0"/>
              </a:spcAft>
              <a:buClr>
                <a:schemeClr val="dk2"/>
              </a:buClr>
              <a:buSzPts val="2000"/>
              <a:buFont typeface="Arial"/>
              <a:buChar char="•"/>
              <a:defRPr b="0" i="0" sz="2000" u="none" cap="none" strike="noStrike">
                <a:solidFill>
                  <a:srgbClr val="595959"/>
                </a:solidFill>
                <a:latin typeface="Gill Sans"/>
                <a:ea typeface="Gill Sans"/>
                <a:cs typeface="Gill Sans"/>
                <a:sym typeface="Gill Sans"/>
              </a:defRPr>
            </a:lvl1pPr>
            <a:lvl2pPr lvl="1" marR="0" rtl="0" algn="l">
              <a:lnSpc>
                <a:spcPct val="110000"/>
              </a:lnSpc>
              <a:spcBef>
                <a:spcPts val="700"/>
              </a:spcBef>
              <a:spcAft>
                <a:spcPts val="0"/>
              </a:spcAft>
              <a:buClr>
                <a:schemeClr val="dk2"/>
              </a:buClr>
              <a:buSzPts val="1800"/>
              <a:buFont typeface="Gill Sans"/>
              <a:buChar char="–"/>
              <a:defRPr b="0" i="0" sz="1800" u="none" cap="none" strike="noStrike">
                <a:solidFill>
                  <a:srgbClr val="595959"/>
                </a:solidFill>
                <a:latin typeface="Gill Sans"/>
                <a:ea typeface="Gill Sans"/>
                <a:cs typeface="Gill Sans"/>
                <a:sym typeface="Gill Sans"/>
              </a:defRPr>
            </a:lvl2pPr>
            <a:lvl3pPr lvl="2" marR="0" rtl="0" algn="l">
              <a:lnSpc>
                <a:spcPct val="110000"/>
              </a:lnSpc>
              <a:spcBef>
                <a:spcPts val="700"/>
              </a:spcBef>
              <a:spcAft>
                <a:spcPts val="0"/>
              </a:spcAft>
              <a:buClr>
                <a:schemeClr val="dk2"/>
              </a:buClr>
              <a:buSzPts val="1600"/>
              <a:buFont typeface="Arial"/>
              <a:buChar char="•"/>
              <a:defRPr b="0" i="0" sz="1600" u="none" cap="none" strike="noStrike">
                <a:solidFill>
                  <a:srgbClr val="595959"/>
                </a:solidFill>
                <a:latin typeface="Gill Sans"/>
                <a:ea typeface="Gill Sans"/>
                <a:cs typeface="Gill Sans"/>
                <a:sym typeface="Gill Sans"/>
              </a:defRPr>
            </a:lvl3pPr>
            <a:lvl4pPr lvl="3" marR="0" rtl="0" algn="l">
              <a:lnSpc>
                <a:spcPct val="110000"/>
              </a:lnSpc>
              <a:spcBef>
                <a:spcPts val="700"/>
              </a:spcBef>
              <a:spcAft>
                <a:spcPts val="0"/>
              </a:spcAft>
              <a:buClr>
                <a:schemeClr val="dk2"/>
              </a:buClr>
              <a:buSzPts val="1400"/>
              <a:buFont typeface="Gill Sans"/>
              <a:buChar char="–"/>
              <a:defRPr b="0" i="0" sz="1400" u="none" cap="none" strike="noStrike">
                <a:solidFill>
                  <a:srgbClr val="595959"/>
                </a:solidFill>
                <a:latin typeface="Gill Sans"/>
                <a:ea typeface="Gill Sans"/>
                <a:cs typeface="Gill Sans"/>
                <a:sym typeface="Gill Sans"/>
              </a:defRPr>
            </a:lvl4pPr>
            <a:lvl5pPr lvl="4" marR="0" rtl="0" algn="l">
              <a:lnSpc>
                <a:spcPct val="110000"/>
              </a:lnSpc>
              <a:spcBef>
                <a:spcPts val="700"/>
              </a:spcBef>
              <a:spcAft>
                <a:spcPts val="0"/>
              </a:spcAft>
              <a:buClr>
                <a:schemeClr val="dk2"/>
              </a:buClr>
              <a:buSzPts val="1400"/>
              <a:buFont typeface="Arial"/>
              <a:buChar char="•"/>
              <a:defRPr b="0" i="0" sz="1400" u="none" cap="none" strike="noStrike">
                <a:solidFill>
                  <a:srgbClr val="595959"/>
                </a:solidFill>
                <a:latin typeface="Gill Sans"/>
                <a:ea typeface="Gill Sans"/>
                <a:cs typeface="Gill Sans"/>
                <a:sym typeface="Gill Sans"/>
              </a:defRPr>
            </a:lvl5pPr>
            <a:lvl6pPr lvl="5" marR="0" rtl="0" algn="l">
              <a:lnSpc>
                <a:spcPct val="110000"/>
              </a:lnSpc>
              <a:spcBef>
                <a:spcPts val="700"/>
              </a:spcBef>
              <a:spcAft>
                <a:spcPts val="0"/>
              </a:spcAft>
              <a:buClr>
                <a:schemeClr val="dk2"/>
              </a:buClr>
              <a:buSzPts val="1400"/>
              <a:buFont typeface="Gill Sans"/>
              <a:buChar char="–"/>
              <a:defRPr b="0" i="0" sz="1400" u="none" cap="none" strike="noStrike">
                <a:solidFill>
                  <a:srgbClr val="595959"/>
                </a:solidFill>
                <a:latin typeface="Gill Sans"/>
                <a:ea typeface="Gill Sans"/>
                <a:cs typeface="Gill Sans"/>
                <a:sym typeface="Gill Sans"/>
              </a:defRPr>
            </a:lvl6pPr>
            <a:lvl7pPr lvl="6" marR="0" rtl="0" algn="l">
              <a:lnSpc>
                <a:spcPct val="110000"/>
              </a:lnSpc>
              <a:spcBef>
                <a:spcPts val="700"/>
              </a:spcBef>
              <a:spcAft>
                <a:spcPts val="0"/>
              </a:spcAft>
              <a:buClr>
                <a:schemeClr val="dk2"/>
              </a:buClr>
              <a:buSzPts val="1400"/>
              <a:buFont typeface="Arial"/>
              <a:buChar char="•"/>
              <a:defRPr b="0" i="0" sz="1400" u="none" cap="none" strike="noStrike">
                <a:solidFill>
                  <a:srgbClr val="595959"/>
                </a:solidFill>
                <a:latin typeface="Gill Sans"/>
                <a:ea typeface="Gill Sans"/>
                <a:cs typeface="Gill Sans"/>
                <a:sym typeface="Gill Sans"/>
              </a:defRPr>
            </a:lvl7pPr>
            <a:lvl8pPr lvl="7" marR="0" rtl="0" algn="l">
              <a:lnSpc>
                <a:spcPct val="110000"/>
              </a:lnSpc>
              <a:spcBef>
                <a:spcPts val="700"/>
              </a:spcBef>
              <a:spcAft>
                <a:spcPts val="0"/>
              </a:spcAft>
              <a:buClr>
                <a:schemeClr val="dk2"/>
              </a:buClr>
              <a:buSzPts val="1400"/>
              <a:buFont typeface="Gill Sans"/>
              <a:buChar char="–"/>
              <a:defRPr b="0" i="0" sz="1400" u="none" cap="none" strike="noStrike">
                <a:solidFill>
                  <a:srgbClr val="595959"/>
                </a:solidFill>
                <a:latin typeface="Gill Sans"/>
                <a:ea typeface="Gill Sans"/>
                <a:cs typeface="Gill Sans"/>
                <a:sym typeface="Gill Sans"/>
              </a:defRPr>
            </a:lvl8pPr>
            <a:lvl9pPr lvl="8" marR="0" rtl="0" algn="l">
              <a:lnSpc>
                <a:spcPct val="110000"/>
              </a:lnSpc>
              <a:spcBef>
                <a:spcPts val="700"/>
              </a:spcBef>
              <a:spcAft>
                <a:spcPts val="0"/>
              </a:spcAft>
              <a:buClr>
                <a:schemeClr val="dk2"/>
              </a:buClr>
              <a:buSzPts val="1400"/>
              <a:buFont typeface="Arial"/>
              <a:buChar char="•"/>
              <a:defRPr b="0" i="0" sz="1400" u="none" cap="none" strike="noStrike">
                <a:solidFill>
                  <a:srgbClr val="595959"/>
                </a:solidFill>
                <a:latin typeface="Gill Sans"/>
                <a:ea typeface="Gill Sans"/>
                <a:cs typeface="Gill Sans"/>
                <a:sym typeface="Gill Sans"/>
              </a:defRPr>
            </a:lvl9pPr>
          </a:lstStyle>
          <a:p/>
        </p:txBody>
      </p:sp>
      <p:sp>
        <p:nvSpPr>
          <p:cNvPr id="32" name="Google Shape;32;p60"/>
          <p:cNvSpPr txBox="1"/>
          <p:nvPr>
            <p:ph idx="10" type="dt"/>
          </p:nvPr>
        </p:nvSpPr>
        <p:spPr>
          <a:xfrm>
            <a:off x="457200" y="6243638"/>
            <a:ext cx="21336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60"/>
          <p:cNvSpPr txBox="1"/>
          <p:nvPr>
            <p:ph idx="11" type="ftr"/>
          </p:nvPr>
        </p:nvSpPr>
        <p:spPr>
          <a:xfrm>
            <a:off x="3124200" y="6248400"/>
            <a:ext cx="2895600" cy="4572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60"/>
          <p:cNvSpPr txBox="1"/>
          <p:nvPr>
            <p:ph idx="12" type="sldNum"/>
          </p:nvPr>
        </p:nvSpPr>
        <p:spPr>
          <a:xfrm>
            <a:off x="6553200" y="6243638"/>
            <a:ext cx="2133600" cy="457200"/>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sz="1000">
                <a:solidFill>
                  <a:srgbClr val="595959"/>
                </a:solidFill>
                <a:latin typeface="Gill Sans"/>
                <a:ea typeface="Gill Sans"/>
                <a:cs typeface="Gill Sans"/>
                <a:sym typeface="Gill Sans"/>
              </a:defRPr>
            </a:lvl1pPr>
            <a:lvl2pPr indent="0" lvl="1" marL="0" algn="r">
              <a:spcBef>
                <a:spcPts val="0"/>
              </a:spcBef>
              <a:spcAft>
                <a:spcPts val="0"/>
              </a:spcAft>
              <a:buNone/>
              <a:defRPr sz="1000">
                <a:solidFill>
                  <a:srgbClr val="595959"/>
                </a:solidFill>
                <a:latin typeface="Gill Sans"/>
                <a:ea typeface="Gill Sans"/>
                <a:cs typeface="Gill Sans"/>
                <a:sym typeface="Gill Sans"/>
              </a:defRPr>
            </a:lvl2pPr>
            <a:lvl3pPr indent="0" lvl="2" marL="0" algn="r">
              <a:spcBef>
                <a:spcPts val="0"/>
              </a:spcBef>
              <a:spcAft>
                <a:spcPts val="0"/>
              </a:spcAft>
              <a:buNone/>
              <a:defRPr sz="1000">
                <a:solidFill>
                  <a:srgbClr val="595959"/>
                </a:solidFill>
                <a:latin typeface="Gill Sans"/>
                <a:ea typeface="Gill Sans"/>
                <a:cs typeface="Gill Sans"/>
                <a:sym typeface="Gill Sans"/>
              </a:defRPr>
            </a:lvl3pPr>
            <a:lvl4pPr indent="0" lvl="3" marL="0" algn="r">
              <a:spcBef>
                <a:spcPts val="0"/>
              </a:spcBef>
              <a:spcAft>
                <a:spcPts val="0"/>
              </a:spcAft>
              <a:buNone/>
              <a:defRPr sz="1000">
                <a:solidFill>
                  <a:srgbClr val="595959"/>
                </a:solidFill>
                <a:latin typeface="Gill Sans"/>
                <a:ea typeface="Gill Sans"/>
                <a:cs typeface="Gill Sans"/>
                <a:sym typeface="Gill Sans"/>
              </a:defRPr>
            </a:lvl4pPr>
            <a:lvl5pPr indent="0" lvl="4" marL="0" algn="r">
              <a:spcBef>
                <a:spcPts val="0"/>
              </a:spcBef>
              <a:spcAft>
                <a:spcPts val="0"/>
              </a:spcAft>
              <a:buNone/>
              <a:defRPr sz="1000">
                <a:solidFill>
                  <a:srgbClr val="595959"/>
                </a:solidFill>
                <a:latin typeface="Gill Sans"/>
                <a:ea typeface="Gill Sans"/>
                <a:cs typeface="Gill Sans"/>
                <a:sym typeface="Gill Sans"/>
              </a:defRPr>
            </a:lvl5pPr>
            <a:lvl6pPr indent="0" lvl="5" marL="0" algn="r">
              <a:spcBef>
                <a:spcPts val="0"/>
              </a:spcBef>
              <a:spcAft>
                <a:spcPts val="0"/>
              </a:spcAft>
              <a:buNone/>
              <a:defRPr sz="1000">
                <a:solidFill>
                  <a:srgbClr val="595959"/>
                </a:solidFill>
                <a:latin typeface="Gill Sans"/>
                <a:ea typeface="Gill Sans"/>
                <a:cs typeface="Gill Sans"/>
                <a:sym typeface="Gill Sans"/>
              </a:defRPr>
            </a:lvl6pPr>
            <a:lvl7pPr indent="0" lvl="6" marL="0" algn="r">
              <a:spcBef>
                <a:spcPts val="0"/>
              </a:spcBef>
              <a:spcAft>
                <a:spcPts val="0"/>
              </a:spcAft>
              <a:buNone/>
              <a:defRPr sz="1000">
                <a:solidFill>
                  <a:srgbClr val="595959"/>
                </a:solidFill>
                <a:latin typeface="Gill Sans"/>
                <a:ea typeface="Gill Sans"/>
                <a:cs typeface="Gill Sans"/>
                <a:sym typeface="Gill Sans"/>
              </a:defRPr>
            </a:lvl7pPr>
            <a:lvl8pPr indent="0" lvl="7" marL="0" algn="r">
              <a:spcBef>
                <a:spcPts val="0"/>
              </a:spcBef>
              <a:spcAft>
                <a:spcPts val="0"/>
              </a:spcAft>
              <a:buNone/>
              <a:defRPr sz="1000">
                <a:solidFill>
                  <a:srgbClr val="595959"/>
                </a:solidFill>
                <a:latin typeface="Gill Sans"/>
                <a:ea typeface="Gill Sans"/>
                <a:cs typeface="Gill Sans"/>
                <a:sym typeface="Gill Sans"/>
              </a:defRPr>
            </a:lvl8pPr>
            <a:lvl9pPr indent="0" lvl="8" marL="0" algn="r">
              <a:spcBef>
                <a:spcPts val="0"/>
              </a:spcBef>
              <a:spcAft>
                <a:spcPts val="0"/>
              </a:spcAft>
              <a:buNone/>
              <a:defRPr sz="1000">
                <a:solidFill>
                  <a:srgbClr val="595959"/>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ype="objOnly">
  <p:cSld name="OBJECT_ONLY">
    <p:spTree>
      <p:nvGrpSpPr>
        <p:cNvPr id="35" name="Shape 35"/>
        <p:cNvGrpSpPr/>
        <p:nvPr/>
      </p:nvGrpSpPr>
      <p:grpSpPr>
        <a:xfrm>
          <a:off x="0" y="0"/>
          <a:ext cx="0" cy="0"/>
          <a:chOff x="0" y="0"/>
          <a:chExt cx="0" cy="0"/>
        </a:xfrm>
      </p:grpSpPr>
      <p:sp>
        <p:nvSpPr>
          <p:cNvPr id="36" name="Google Shape;36;p61"/>
          <p:cNvSpPr txBox="1"/>
          <p:nvPr>
            <p:ph idx="1" type="body"/>
          </p:nvPr>
        </p:nvSpPr>
        <p:spPr>
          <a:xfrm>
            <a:off x="457200" y="277813"/>
            <a:ext cx="8229600" cy="5853112"/>
          </a:xfrm>
          <a:prstGeom prst="rect">
            <a:avLst/>
          </a:prstGeom>
          <a:noFill/>
          <a:ln>
            <a:noFill/>
          </a:ln>
        </p:spPr>
        <p:txBody>
          <a:bodyPr anchorCtr="0" anchor="t" bIns="45700" lIns="91425" spcFirstLastPara="1" rIns="91425" wrap="square" tIns="45700">
            <a:noAutofit/>
          </a:bodyPr>
          <a:lstStyle>
            <a:lvl1pPr indent="-342900" lvl="0" marL="457200" algn="l">
              <a:lnSpc>
                <a:spcPct val="110000"/>
              </a:lnSpc>
              <a:spcBef>
                <a:spcPts val="700"/>
              </a:spcBef>
              <a:spcAft>
                <a:spcPts val="0"/>
              </a:spcAft>
              <a:buSzPts val="1800"/>
              <a:buChar char="•"/>
              <a:defRPr/>
            </a:lvl1pPr>
            <a:lvl2pPr indent="-342900" lvl="1" marL="914400" algn="l">
              <a:lnSpc>
                <a:spcPct val="110000"/>
              </a:lnSpc>
              <a:spcBef>
                <a:spcPts val="700"/>
              </a:spcBef>
              <a:spcAft>
                <a:spcPts val="0"/>
              </a:spcAft>
              <a:buSzPts val="1800"/>
              <a:buChar char="–"/>
              <a:defRPr/>
            </a:lvl2pPr>
            <a:lvl3pPr indent="-342900" lvl="2" marL="1371600" algn="l">
              <a:lnSpc>
                <a:spcPct val="110000"/>
              </a:lnSpc>
              <a:spcBef>
                <a:spcPts val="700"/>
              </a:spcBef>
              <a:spcAft>
                <a:spcPts val="0"/>
              </a:spcAft>
              <a:buSzPts val="1800"/>
              <a:buChar char="•"/>
              <a:defRPr/>
            </a:lvl3pPr>
            <a:lvl4pPr indent="-342900" lvl="3" marL="1828800" algn="l">
              <a:lnSpc>
                <a:spcPct val="110000"/>
              </a:lnSpc>
              <a:spcBef>
                <a:spcPts val="700"/>
              </a:spcBef>
              <a:spcAft>
                <a:spcPts val="0"/>
              </a:spcAft>
              <a:buSzPts val="1800"/>
              <a:buChar char="–"/>
              <a:defRPr/>
            </a:lvl4pPr>
            <a:lvl5pPr indent="-342900" lvl="4" marL="2286000" algn="l">
              <a:lnSpc>
                <a:spcPct val="110000"/>
              </a:lnSpc>
              <a:spcBef>
                <a:spcPts val="700"/>
              </a:spcBef>
              <a:spcAft>
                <a:spcPts val="0"/>
              </a:spcAft>
              <a:buSzPts val="1800"/>
              <a:buChar char="•"/>
              <a:defRPr/>
            </a:lvl5pPr>
            <a:lvl6pPr indent="-342900" lvl="5" marL="2743200" algn="l">
              <a:lnSpc>
                <a:spcPct val="110000"/>
              </a:lnSpc>
              <a:spcBef>
                <a:spcPts val="700"/>
              </a:spcBef>
              <a:spcAft>
                <a:spcPts val="0"/>
              </a:spcAft>
              <a:buSzPts val="1800"/>
              <a:buChar char="–"/>
              <a:defRPr/>
            </a:lvl6pPr>
            <a:lvl7pPr indent="-342900" lvl="6" marL="3200400" algn="l">
              <a:lnSpc>
                <a:spcPct val="110000"/>
              </a:lnSpc>
              <a:spcBef>
                <a:spcPts val="700"/>
              </a:spcBef>
              <a:spcAft>
                <a:spcPts val="0"/>
              </a:spcAft>
              <a:buSzPts val="1800"/>
              <a:buChar char="•"/>
              <a:defRPr/>
            </a:lvl7pPr>
            <a:lvl8pPr indent="-342900" lvl="7" marL="3657600" algn="l">
              <a:lnSpc>
                <a:spcPct val="110000"/>
              </a:lnSpc>
              <a:spcBef>
                <a:spcPts val="700"/>
              </a:spcBef>
              <a:spcAft>
                <a:spcPts val="0"/>
              </a:spcAft>
              <a:buSzPts val="1800"/>
              <a:buChar char="–"/>
              <a:defRPr/>
            </a:lvl8pPr>
            <a:lvl9pPr indent="-342900" lvl="8" marL="4114800" algn="l">
              <a:lnSpc>
                <a:spcPct val="110000"/>
              </a:lnSpc>
              <a:spcBef>
                <a:spcPts val="700"/>
              </a:spcBef>
              <a:spcAft>
                <a:spcPts val="0"/>
              </a:spcAft>
              <a:buSzPts val="1800"/>
              <a:buChar char="•"/>
              <a:defRPr/>
            </a:lvl9pPr>
          </a:lstStyle>
          <a:p/>
        </p:txBody>
      </p:sp>
      <p:sp>
        <p:nvSpPr>
          <p:cNvPr id="37" name="Google Shape;37;p61"/>
          <p:cNvSpPr txBox="1"/>
          <p:nvPr>
            <p:ph idx="10" type="dt"/>
          </p:nvPr>
        </p:nvSpPr>
        <p:spPr>
          <a:xfrm>
            <a:off x="457200" y="6243638"/>
            <a:ext cx="21336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1"/>
          <p:cNvSpPr txBox="1"/>
          <p:nvPr>
            <p:ph idx="11" type="ftr"/>
          </p:nvPr>
        </p:nvSpPr>
        <p:spPr>
          <a:xfrm>
            <a:off x="3124200" y="6248400"/>
            <a:ext cx="2895600" cy="4572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1"/>
          <p:cNvSpPr txBox="1"/>
          <p:nvPr>
            <p:ph idx="12" type="sldNum"/>
          </p:nvPr>
        </p:nvSpPr>
        <p:spPr>
          <a:xfrm>
            <a:off x="6553200" y="6243638"/>
            <a:ext cx="2133600" cy="457200"/>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sz="1000">
                <a:solidFill>
                  <a:srgbClr val="595959"/>
                </a:solidFill>
                <a:latin typeface="Gill Sans"/>
                <a:ea typeface="Gill Sans"/>
                <a:cs typeface="Gill Sans"/>
                <a:sym typeface="Gill Sans"/>
              </a:defRPr>
            </a:lvl1pPr>
            <a:lvl2pPr indent="0" lvl="1" marL="0" algn="r">
              <a:spcBef>
                <a:spcPts val="0"/>
              </a:spcBef>
              <a:spcAft>
                <a:spcPts val="0"/>
              </a:spcAft>
              <a:buNone/>
              <a:defRPr sz="1000">
                <a:solidFill>
                  <a:srgbClr val="595959"/>
                </a:solidFill>
                <a:latin typeface="Gill Sans"/>
                <a:ea typeface="Gill Sans"/>
                <a:cs typeface="Gill Sans"/>
                <a:sym typeface="Gill Sans"/>
              </a:defRPr>
            </a:lvl2pPr>
            <a:lvl3pPr indent="0" lvl="2" marL="0" algn="r">
              <a:spcBef>
                <a:spcPts val="0"/>
              </a:spcBef>
              <a:spcAft>
                <a:spcPts val="0"/>
              </a:spcAft>
              <a:buNone/>
              <a:defRPr sz="1000">
                <a:solidFill>
                  <a:srgbClr val="595959"/>
                </a:solidFill>
                <a:latin typeface="Gill Sans"/>
                <a:ea typeface="Gill Sans"/>
                <a:cs typeface="Gill Sans"/>
                <a:sym typeface="Gill Sans"/>
              </a:defRPr>
            </a:lvl3pPr>
            <a:lvl4pPr indent="0" lvl="3" marL="0" algn="r">
              <a:spcBef>
                <a:spcPts val="0"/>
              </a:spcBef>
              <a:spcAft>
                <a:spcPts val="0"/>
              </a:spcAft>
              <a:buNone/>
              <a:defRPr sz="1000">
                <a:solidFill>
                  <a:srgbClr val="595959"/>
                </a:solidFill>
                <a:latin typeface="Gill Sans"/>
                <a:ea typeface="Gill Sans"/>
                <a:cs typeface="Gill Sans"/>
                <a:sym typeface="Gill Sans"/>
              </a:defRPr>
            </a:lvl4pPr>
            <a:lvl5pPr indent="0" lvl="4" marL="0" algn="r">
              <a:spcBef>
                <a:spcPts val="0"/>
              </a:spcBef>
              <a:spcAft>
                <a:spcPts val="0"/>
              </a:spcAft>
              <a:buNone/>
              <a:defRPr sz="1000">
                <a:solidFill>
                  <a:srgbClr val="595959"/>
                </a:solidFill>
                <a:latin typeface="Gill Sans"/>
                <a:ea typeface="Gill Sans"/>
                <a:cs typeface="Gill Sans"/>
                <a:sym typeface="Gill Sans"/>
              </a:defRPr>
            </a:lvl5pPr>
            <a:lvl6pPr indent="0" lvl="5" marL="0" algn="r">
              <a:spcBef>
                <a:spcPts val="0"/>
              </a:spcBef>
              <a:spcAft>
                <a:spcPts val="0"/>
              </a:spcAft>
              <a:buNone/>
              <a:defRPr sz="1000">
                <a:solidFill>
                  <a:srgbClr val="595959"/>
                </a:solidFill>
                <a:latin typeface="Gill Sans"/>
                <a:ea typeface="Gill Sans"/>
                <a:cs typeface="Gill Sans"/>
                <a:sym typeface="Gill Sans"/>
              </a:defRPr>
            </a:lvl6pPr>
            <a:lvl7pPr indent="0" lvl="6" marL="0" algn="r">
              <a:spcBef>
                <a:spcPts val="0"/>
              </a:spcBef>
              <a:spcAft>
                <a:spcPts val="0"/>
              </a:spcAft>
              <a:buNone/>
              <a:defRPr sz="1000">
                <a:solidFill>
                  <a:srgbClr val="595959"/>
                </a:solidFill>
                <a:latin typeface="Gill Sans"/>
                <a:ea typeface="Gill Sans"/>
                <a:cs typeface="Gill Sans"/>
                <a:sym typeface="Gill Sans"/>
              </a:defRPr>
            </a:lvl7pPr>
            <a:lvl8pPr indent="0" lvl="7" marL="0" algn="r">
              <a:spcBef>
                <a:spcPts val="0"/>
              </a:spcBef>
              <a:spcAft>
                <a:spcPts val="0"/>
              </a:spcAft>
              <a:buNone/>
              <a:defRPr sz="1000">
                <a:solidFill>
                  <a:srgbClr val="595959"/>
                </a:solidFill>
                <a:latin typeface="Gill Sans"/>
                <a:ea typeface="Gill Sans"/>
                <a:cs typeface="Gill Sans"/>
                <a:sym typeface="Gill Sans"/>
              </a:defRPr>
            </a:lvl8pPr>
            <a:lvl9pPr indent="0" lvl="8" marL="0" algn="r">
              <a:spcBef>
                <a:spcPts val="0"/>
              </a:spcBef>
              <a:spcAft>
                <a:spcPts val="0"/>
              </a:spcAft>
              <a:buNone/>
              <a:defRPr sz="1000">
                <a:solidFill>
                  <a:srgbClr val="595959"/>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Text" type="objAndTx">
  <p:cSld name="OBJECT_AND_TEXT">
    <p:spTree>
      <p:nvGrpSpPr>
        <p:cNvPr id="40" name="Shape 40"/>
        <p:cNvGrpSpPr/>
        <p:nvPr/>
      </p:nvGrpSpPr>
      <p:grpSpPr>
        <a:xfrm>
          <a:off x="0" y="0"/>
          <a:ext cx="0" cy="0"/>
          <a:chOff x="0" y="0"/>
          <a:chExt cx="0" cy="0"/>
        </a:xfrm>
      </p:grpSpPr>
      <p:sp>
        <p:nvSpPr>
          <p:cNvPr id="41" name="Google Shape;41;p62"/>
          <p:cNvSpPr txBox="1"/>
          <p:nvPr>
            <p:ph type="title"/>
          </p:nvPr>
        </p:nvSpPr>
        <p:spPr>
          <a:xfrm>
            <a:off x="457200" y="277813"/>
            <a:ext cx="8229600" cy="113982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42" name="Google Shape;42;p62"/>
          <p:cNvSpPr txBox="1"/>
          <p:nvPr>
            <p:ph idx="1" type="body"/>
          </p:nvPr>
        </p:nvSpPr>
        <p:spPr>
          <a:xfrm>
            <a:off x="457200" y="1600200"/>
            <a:ext cx="4038600" cy="4530725"/>
          </a:xfrm>
          <a:prstGeom prst="rect">
            <a:avLst/>
          </a:prstGeom>
          <a:noFill/>
          <a:ln>
            <a:noFill/>
          </a:ln>
        </p:spPr>
        <p:txBody>
          <a:bodyPr anchorCtr="0" anchor="t" bIns="45700" lIns="91425" spcFirstLastPara="1" rIns="91425" wrap="square" tIns="45700">
            <a:noAutofit/>
          </a:bodyPr>
          <a:lstStyle>
            <a:lvl1pPr indent="-342900" lvl="0" marL="457200" algn="l">
              <a:lnSpc>
                <a:spcPct val="110000"/>
              </a:lnSpc>
              <a:spcBef>
                <a:spcPts val="700"/>
              </a:spcBef>
              <a:spcAft>
                <a:spcPts val="0"/>
              </a:spcAft>
              <a:buSzPts val="1800"/>
              <a:buChar char="•"/>
              <a:defRPr/>
            </a:lvl1pPr>
            <a:lvl2pPr indent="-342900" lvl="1" marL="914400" algn="l">
              <a:lnSpc>
                <a:spcPct val="110000"/>
              </a:lnSpc>
              <a:spcBef>
                <a:spcPts val="700"/>
              </a:spcBef>
              <a:spcAft>
                <a:spcPts val="0"/>
              </a:spcAft>
              <a:buSzPts val="1800"/>
              <a:buChar char="–"/>
              <a:defRPr/>
            </a:lvl2pPr>
            <a:lvl3pPr indent="-342900" lvl="2" marL="1371600" algn="l">
              <a:lnSpc>
                <a:spcPct val="110000"/>
              </a:lnSpc>
              <a:spcBef>
                <a:spcPts val="700"/>
              </a:spcBef>
              <a:spcAft>
                <a:spcPts val="0"/>
              </a:spcAft>
              <a:buSzPts val="1800"/>
              <a:buChar char="•"/>
              <a:defRPr/>
            </a:lvl3pPr>
            <a:lvl4pPr indent="-342900" lvl="3" marL="1828800" algn="l">
              <a:lnSpc>
                <a:spcPct val="110000"/>
              </a:lnSpc>
              <a:spcBef>
                <a:spcPts val="700"/>
              </a:spcBef>
              <a:spcAft>
                <a:spcPts val="0"/>
              </a:spcAft>
              <a:buSzPts val="1800"/>
              <a:buChar char="–"/>
              <a:defRPr/>
            </a:lvl4pPr>
            <a:lvl5pPr indent="-342900" lvl="4" marL="2286000" algn="l">
              <a:lnSpc>
                <a:spcPct val="110000"/>
              </a:lnSpc>
              <a:spcBef>
                <a:spcPts val="700"/>
              </a:spcBef>
              <a:spcAft>
                <a:spcPts val="0"/>
              </a:spcAft>
              <a:buSzPts val="1800"/>
              <a:buChar char="•"/>
              <a:defRPr/>
            </a:lvl5pPr>
            <a:lvl6pPr indent="-342900" lvl="5" marL="2743200" algn="l">
              <a:lnSpc>
                <a:spcPct val="110000"/>
              </a:lnSpc>
              <a:spcBef>
                <a:spcPts val="700"/>
              </a:spcBef>
              <a:spcAft>
                <a:spcPts val="0"/>
              </a:spcAft>
              <a:buSzPts val="1800"/>
              <a:buChar char="–"/>
              <a:defRPr/>
            </a:lvl6pPr>
            <a:lvl7pPr indent="-342900" lvl="6" marL="3200400" algn="l">
              <a:lnSpc>
                <a:spcPct val="110000"/>
              </a:lnSpc>
              <a:spcBef>
                <a:spcPts val="700"/>
              </a:spcBef>
              <a:spcAft>
                <a:spcPts val="0"/>
              </a:spcAft>
              <a:buSzPts val="1800"/>
              <a:buChar char="•"/>
              <a:defRPr/>
            </a:lvl7pPr>
            <a:lvl8pPr indent="-342900" lvl="7" marL="3657600" algn="l">
              <a:lnSpc>
                <a:spcPct val="110000"/>
              </a:lnSpc>
              <a:spcBef>
                <a:spcPts val="700"/>
              </a:spcBef>
              <a:spcAft>
                <a:spcPts val="0"/>
              </a:spcAft>
              <a:buSzPts val="1800"/>
              <a:buChar char="–"/>
              <a:defRPr/>
            </a:lvl8pPr>
            <a:lvl9pPr indent="-342900" lvl="8" marL="4114800" algn="l">
              <a:lnSpc>
                <a:spcPct val="110000"/>
              </a:lnSpc>
              <a:spcBef>
                <a:spcPts val="700"/>
              </a:spcBef>
              <a:spcAft>
                <a:spcPts val="0"/>
              </a:spcAft>
              <a:buSzPts val="1800"/>
              <a:buChar char="•"/>
              <a:defRPr/>
            </a:lvl9pPr>
          </a:lstStyle>
          <a:p/>
        </p:txBody>
      </p:sp>
      <p:sp>
        <p:nvSpPr>
          <p:cNvPr id="43" name="Google Shape;43;p62"/>
          <p:cNvSpPr txBox="1"/>
          <p:nvPr>
            <p:ph idx="2" type="body"/>
          </p:nvPr>
        </p:nvSpPr>
        <p:spPr>
          <a:xfrm>
            <a:off x="4648200" y="1600200"/>
            <a:ext cx="4038600" cy="4530725"/>
          </a:xfrm>
          <a:prstGeom prst="rect">
            <a:avLst/>
          </a:prstGeom>
          <a:noFill/>
          <a:ln>
            <a:noFill/>
          </a:ln>
        </p:spPr>
        <p:txBody>
          <a:bodyPr anchorCtr="0" anchor="t" bIns="45700" lIns="91425" spcFirstLastPara="1" rIns="91425" wrap="square" tIns="45700">
            <a:noAutofit/>
          </a:bodyPr>
          <a:lstStyle>
            <a:lvl1pPr indent="-342900" lvl="0" marL="457200" algn="l">
              <a:lnSpc>
                <a:spcPct val="110000"/>
              </a:lnSpc>
              <a:spcBef>
                <a:spcPts val="700"/>
              </a:spcBef>
              <a:spcAft>
                <a:spcPts val="0"/>
              </a:spcAft>
              <a:buSzPts val="1800"/>
              <a:buChar char="•"/>
              <a:defRPr/>
            </a:lvl1pPr>
            <a:lvl2pPr indent="-342900" lvl="1" marL="914400" algn="l">
              <a:lnSpc>
                <a:spcPct val="110000"/>
              </a:lnSpc>
              <a:spcBef>
                <a:spcPts val="700"/>
              </a:spcBef>
              <a:spcAft>
                <a:spcPts val="0"/>
              </a:spcAft>
              <a:buSzPts val="1800"/>
              <a:buChar char="–"/>
              <a:defRPr/>
            </a:lvl2pPr>
            <a:lvl3pPr indent="-342900" lvl="2" marL="1371600" algn="l">
              <a:lnSpc>
                <a:spcPct val="110000"/>
              </a:lnSpc>
              <a:spcBef>
                <a:spcPts val="700"/>
              </a:spcBef>
              <a:spcAft>
                <a:spcPts val="0"/>
              </a:spcAft>
              <a:buSzPts val="1800"/>
              <a:buChar char="•"/>
              <a:defRPr/>
            </a:lvl3pPr>
            <a:lvl4pPr indent="-342900" lvl="3" marL="1828800" algn="l">
              <a:lnSpc>
                <a:spcPct val="110000"/>
              </a:lnSpc>
              <a:spcBef>
                <a:spcPts val="700"/>
              </a:spcBef>
              <a:spcAft>
                <a:spcPts val="0"/>
              </a:spcAft>
              <a:buSzPts val="1800"/>
              <a:buChar char="–"/>
              <a:defRPr/>
            </a:lvl4pPr>
            <a:lvl5pPr indent="-342900" lvl="4" marL="2286000" algn="l">
              <a:lnSpc>
                <a:spcPct val="110000"/>
              </a:lnSpc>
              <a:spcBef>
                <a:spcPts val="700"/>
              </a:spcBef>
              <a:spcAft>
                <a:spcPts val="0"/>
              </a:spcAft>
              <a:buSzPts val="1800"/>
              <a:buChar char="•"/>
              <a:defRPr/>
            </a:lvl5pPr>
            <a:lvl6pPr indent="-342900" lvl="5" marL="2743200" algn="l">
              <a:lnSpc>
                <a:spcPct val="110000"/>
              </a:lnSpc>
              <a:spcBef>
                <a:spcPts val="700"/>
              </a:spcBef>
              <a:spcAft>
                <a:spcPts val="0"/>
              </a:spcAft>
              <a:buSzPts val="1800"/>
              <a:buChar char="–"/>
              <a:defRPr/>
            </a:lvl6pPr>
            <a:lvl7pPr indent="-342900" lvl="6" marL="3200400" algn="l">
              <a:lnSpc>
                <a:spcPct val="110000"/>
              </a:lnSpc>
              <a:spcBef>
                <a:spcPts val="700"/>
              </a:spcBef>
              <a:spcAft>
                <a:spcPts val="0"/>
              </a:spcAft>
              <a:buSzPts val="1800"/>
              <a:buChar char="•"/>
              <a:defRPr/>
            </a:lvl7pPr>
            <a:lvl8pPr indent="-342900" lvl="7" marL="3657600" algn="l">
              <a:lnSpc>
                <a:spcPct val="110000"/>
              </a:lnSpc>
              <a:spcBef>
                <a:spcPts val="700"/>
              </a:spcBef>
              <a:spcAft>
                <a:spcPts val="0"/>
              </a:spcAft>
              <a:buSzPts val="1800"/>
              <a:buChar char="–"/>
              <a:defRPr/>
            </a:lvl8pPr>
            <a:lvl9pPr indent="-342900" lvl="8" marL="4114800" algn="l">
              <a:lnSpc>
                <a:spcPct val="110000"/>
              </a:lnSpc>
              <a:spcBef>
                <a:spcPts val="700"/>
              </a:spcBef>
              <a:spcAft>
                <a:spcPts val="0"/>
              </a:spcAft>
              <a:buSzPts val="1800"/>
              <a:buChar char="•"/>
              <a:defRPr/>
            </a:lvl9pPr>
          </a:lstStyle>
          <a:p/>
        </p:txBody>
      </p:sp>
      <p:sp>
        <p:nvSpPr>
          <p:cNvPr id="44" name="Google Shape;44;p62"/>
          <p:cNvSpPr txBox="1"/>
          <p:nvPr>
            <p:ph idx="10" type="dt"/>
          </p:nvPr>
        </p:nvSpPr>
        <p:spPr>
          <a:xfrm>
            <a:off x="457200" y="6243638"/>
            <a:ext cx="21336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62"/>
          <p:cNvSpPr txBox="1"/>
          <p:nvPr>
            <p:ph idx="11" type="ftr"/>
          </p:nvPr>
        </p:nvSpPr>
        <p:spPr>
          <a:xfrm>
            <a:off x="3124200" y="6248400"/>
            <a:ext cx="2895600" cy="4572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62"/>
          <p:cNvSpPr txBox="1"/>
          <p:nvPr>
            <p:ph idx="12" type="sldNum"/>
          </p:nvPr>
        </p:nvSpPr>
        <p:spPr>
          <a:xfrm>
            <a:off x="6553200" y="6243638"/>
            <a:ext cx="2133600" cy="457200"/>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sz="1000">
                <a:solidFill>
                  <a:srgbClr val="595959"/>
                </a:solidFill>
                <a:latin typeface="Gill Sans"/>
                <a:ea typeface="Gill Sans"/>
                <a:cs typeface="Gill Sans"/>
                <a:sym typeface="Gill Sans"/>
              </a:defRPr>
            </a:lvl1pPr>
            <a:lvl2pPr indent="0" lvl="1" marL="0" algn="r">
              <a:spcBef>
                <a:spcPts val="0"/>
              </a:spcBef>
              <a:spcAft>
                <a:spcPts val="0"/>
              </a:spcAft>
              <a:buNone/>
              <a:defRPr sz="1000">
                <a:solidFill>
                  <a:srgbClr val="595959"/>
                </a:solidFill>
                <a:latin typeface="Gill Sans"/>
                <a:ea typeface="Gill Sans"/>
                <a:cs typeface="Gill Sans"/>
                <a:sym typeface="Gill Sans"/>
              </a:defRPr>
            </a:lvl2pPr>
            <a:lvl3pPr indent="0" lvl="2" marL="0" algn="r">
              <a:spcBef>
                <a:spcPts val="0"/>
              </a:spcBef>
              <a:spcAft>
                <a:spcPts val="0"/>
              </a:spcAft>
              <a:buNone/>
              <a:defRPr sz="1000">
                <a:solidFill>
                  <a:srgbClr val="595959"/>
                </a:solidFill>
                <a:latin typeface="Gill Sans"/>
                <a:ea typeface="Gill Sans"/>
                <a:cs typeface="Gill Sans"/>
                <a:sym typeface="Gill Sans"/>
              </a:defRPr>
            </a:lvl3pPr>
            <a:lvl4pPr indent="0" lvl="3" marL="0" algn="r">
              <a:spcBef>
                <a:spcPts val="0"/>
              </a:spcBef>
              <a:spcAft>
                <a:spcPts val="0"/>
              </a:spcAft>
              <a:buNone/>
              <a:defRPr sz="1000">
                <a:solidFill>
                  <a:srgbClr val="595959"/>
                </a:solidFill>
                <a:latin typeface="Gill Sans"/>
                <a:ea typeface="Gill Sans"/>
                <a:cs typeface="Gill Sans"/>
                <a:sym typeface="Gill Sans"/>
              </a:defRPr>
            </a:lvl4pPr>
            <a:lvl5pPr indent="0" lvl="4" marL="0" algn="r">
              <a:spcBef>
                <a:spcPts val="0"/>
              </a:spcBef>
              <a:spcAft>
                <a:spcPts val="0"/>
              </a:spcAft>
              <a:buNone/>
              <a:defRPr sz="1000">
                <a:solidFill>
                  <a:srgbClr val="595959"/>
                </a:solidFill>
                <a:latin typeface="Gill Sans"/>
                <a:ea typeface="Gill Sans"/>
                <a:cs typeface="Gill Sans"/>
                <a:sym typeface="Gill Sans"/>
              </a:defRPr>
            </a:lvl5pPr>
            <a:lvl6pPr indent="0" lvl="5" marL="0" algn="r">
              <a:spcBef>
                <a:spcPts val="0"/>
              </a:spcBef>
              <a:spcAft>
                <a:spcPts val="0"/>
              </a:spcAft>
              <a:buNone/>
              <a:defRPr sz="1000">
                <a:solidFill>
                  <a:srgbClr val="595959"/>
                </a:solidFill>
                <a:latin typeface="Gill Sans"/>
                <a:ea typeface="Gill Sans"/>
                <a:cs typeface="Gill Sans"/>
                <a:sym typeface="Gill Sans"/>
              </a:defRPr>
            </a:lvl6pPr>
            <a:lvl7pPr indent="0" lvl="6" marL="0" algn="r">
              <a:spcBef>
                <a:spcPts val="0"/>
              </a:spcBef>
              <a:spcAft>
                <a:spcPts val="0"/>
              </a:spcAft>
              <a:buNone/>
              <a:defRPr sz="1000">
                <a:solidFill>
                  <a:srgbClr val="595959"/>
                </a:solidFill>
                <a:latin typeface="Gill Sans"/>
                <a:ea typeface="Gill Sans"/>
                <a:cs typeface="Gill Sans"/>
                <a:sym typeface="Gill Sans"/>
              </a:defRPr>
            </a:lvl7pPr>
            <a:lvl8pPr indent="0" lvl="7" marL="0" algn="r">
              <a:spcBef>
                <a:spcPts val="0"/>
              </a:spcBef>
              <a:spcAft>
                <a:spcPts val="0"/>
              </a:spcAft>
              <a:buNone/>
              <a:defRPr sz="1000">
                <a:solidFill>
                  <a:srgbClr val="595959"/>
                </a:solidFill>
                <a:latin typeface="Gill Sans"/>
                <a:ea typeface="Gill Sans"/>
                <a:cs typeface="Gill Sans"/>
                <a:sym typeface="Gill Sans"/>
              </a:defRPr>
            </a:lvl8pPr>
            <a:lvl9pPr indent="0" lvl="8" marL="0" algn="r">
              <a:spcBef>
                <a:spcPts val="0"/>
              </a:spcBef>
              <a:spcAft>
                <a:spcPts val="0"/>
              </a:spcAft>
              <a:buNone/>
              <a:defRPr sz="1000">
                <a:solidFill>
                  <a:srgbClr val="595959"/>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7" name="Shape 47"/>
        <p:cNvGrpSpPr/>
        <p:nvPr/>
      </p:nvGrpSpPr>
      <p:grpSpPr>
        <a:xfrm>
          <a:off x="0" y="0"/>
          <a:ext cx="0" cy="0"/>
          <a:chOff x="0" y="0"/>
          <a:chExt cx="0" cy="0"/>
        </a:xfrm>
      </p:grpSpPr>
      <p:sp>
        <p:nvSpPr>
          <p:cNvPr id="48" name="Google Shape;48;p63"/>
          <p:cNvSpPr txBox="1"/>
          <p:nvPr>
            <p:ph idx="10" type="dt"/>
          </p:nvPr>
        </p:nvSpPr>
        <p:spPr>
          <a:xfrm>
            <a:off x="938213" y="6375400"/>
            <a:ext cx="1747837" cy="3492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63"/>
          <p:cNvSpPr txBox="1"/>
          <p:nvPr>
            <p:ph idx="11" type="ftr"/>
          </p:nvPr>
        </p:nvSpPr>
        <p:spPr>
          <a:xfrm>
            <a:off x="3028950" y="6375400"/>
            <a:ext cx="3086100" cy="3460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63"/>
          <p:cNvSpPr txBox="1"/>
          <p:nvPr>
            <p:ph idx="12" type="sldNum"/>
          </p:nvPr>
        </p:nvSpPr>
        <p:spPr>
          <a:xfrm>
            <a:off x="6457950" y="6375400"/>
            <a:ext cx="2114550" cy="34607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sz="1000">
                <a:solidFill>
                  <a:srgbClr val="595959"/>
                </a:solidFill>
                <a:latin typeface="Gill Sans"/>
                <a:ea typeface="Gill Sans"/>
                <a:cs typeface="Gill Sans"/>
                <a:sym typeface="Gill Sans"/>
              </a:defRPr>
            </a:lvl1pPr>
            <a:lvl2pPr indent="0" lvl="1" marL="0" algn="r">
              <a:spcBef>
                <a:spcPts val="0"/>
              </a:spcBef>
              <a:spcAft>
                <a:spcPts val="0"/>
              </a:spcAft>
              <a:buNone/>
              <a:defRPr sz="1000">
                <a:solidFill>
                  <a:srgbClr val="595959"/>
                </a:solidFill>
                <a:latin typeface="Gill Sans"/>
                <a:ea typeface="Gill Sans"/>
                <a:cs typeface="Gill Sans"/>
                <a:sym typeface="Gill Sans"/>
              </a:defRPr>
            </a:lvl2pPr>
            <a:lvl3pPr indent="0" lvl="2" marL="0" algn="r">
              <a:spcBef>
                <a:spcPts val="0"/>
              </a:spcBef>
              <a:spcAft>
                <a:spcPts val="0"/>
              </a:spcAft>
              <a:buNone/>
              <a:defRPr sz="1000">
                <a:solidFill>
                  <a:srgbClr val="595959"/>
                </a:solidFill>
                <a:latin typeface="Gill Sans"/>
                <a:ea typeface="Gill Sans"/>
                <a:cs typeface="Gill Sans"/>
                <a:sym typeface="Gill Sans"/>
              </a:defRPr>
            </a:lvl3pPr>
            <a:lvl4pPr indent="0" lvl="3" marL="0" algn="r">
              <a:spcBef>
                <a:spcPts val="0"/>
              </a:spcBef>
              <a:spcAft>
                <a:spcPts val="0"/>
              </a:spcAft>
              <a:buNone/>
              <a:defRPr sz="1000">
                <a:solidFill>
                  <a:srgbClr val="595959"/>
                </a:solidFill>
                <a:latin typeface="Gill Sans"/>
                <a:ea typeface="Gill Sans"/>
                <a:cs typeface="Gill Sans"/>
                <a:sym typeface="Gill Sans"/>
              </a:defRPr>
            </a:lvl4pPr>
            <a:lvl5pPr indent="0" lvl="4" marL="0" algn="r">
              <a:spcBef>
                <a:spcPts val="0"/>
              </a:spcBef>
              <a:spcAft>
                <a:spcPts val="0"/>
              </a:spcAft>
              <a:buNone/>
              <a:defRPr sz="1000">
                <a:solidFill>
                  <a:srgbClr val="595959"/>
                </a:solidFill>
                <a:latin typeface="Gill Sans"/>
                <a:ea typeface="Gill Sans"/>
                <a:cs typeface="Gill Sans"/>
                <a:sym typeface="Gill Sans"/>
              </a:defRPr>
            </a:lvl5pPr>
            <a:lvl6pPr indent="0" lvl="5" marL="0" algn="r">
              <a:spcBef>
                <a:spcPts val="0"/>
              </a:spcBef>
              <a:spcAft>
                <a:spcPts val="0"/>
              </a:spcAft>
              <a:buNone/>
              <a:defRPr sz="1000">
                <a:solidFill>
                  <a:srgbClr val="595959"/>
                </a:solidFill>
                <a:latin typeface="Gill Sans"/>
                <a:ea typeface="Gill Sans"/>
                <a:cs typeface="Gill Sans"/>
                <a:sym typeface="Gill Sans"/>
              </a:defRPr>
            </a:lvl6pPr>
            <a:lvl7pPr indent="0" lvl="6" marL="0" algn="r">
              <a:spcBef>
                <a:spcPts val="0"/>
              </a:spcBef>
              <a:spcAft>
                <a:spcPts val="0"/>
              </a:spcAft>
              <a:buNone/>
              <a:defRPr sz="1000">
                <a:solidFill>
                  <a:srgbClr val="595959"/>
                </a:solidFill>
                <a:latin typeface="Gill Sans"/>
                <a:ea typeface="Gill Sans"/>
                <a:cs typeface="Gill Sans"/>
                <a:sym typeface="Gill Sans"/>
              </a:defRPr>
            </a:lvl7pPr>
            <a:lvl8pPr indent="0" lvl="7" marL="0" algn="r">
              <a:spcBef>
                <a:spcPts val="0"/>
              </a:spcBef>
              <a:spcAft>
                <a:spcPts val="0"/>
              </a:spcAft>
              <a:buNone/>
              <a:defRPr sz="1000">
                <a:solidFill>
                  <a:srgbClr val="595959"/>
                </a:solidFill>
                <a:latin typeface="Gill Sans"/>
                <a:ea typeface="Gill Sans"/>
                <a:cs typeface="Gill Sans"/>
                <a:sym typeface="Gill Sans"/>
              </a:defRPr>
            </a:lvl8pPr>
            <a:lvl9pPr indent="0" lvl="8" marL="0" algn="r">
              <a:spcBef>
                <a:spcPts val="0"/>
              </a:spcBef>
              <a:spcAft>
                <a:spcPts val="0"/>
              </a:spcAft>
              <a:buNone/>
              <a:defRPr sz="1000">
                <a:solidFill>
                  <a:srgbClr val="595959"/>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Over Content" type="txOverObj">
  <p:cSld name="TEXT_OVER_OBJECT">
    <p:spTree>
      <p:nvGrpSpPr>
        <p:cNvPr id="51" name="Shape 51"/>
        <p:cNvGrpSpPr/>
        <p:nvPr/>
      </p:nvGrpSpPr>
      <p:grpSpPr>
        <a:xfrm>
          <a:off x="0" y="0"/>
          <a:ext cx="0" cy="0"/>
          <a:chOff x="0" y="0"/>
          <a:chExt cx="0" cy="0"/>
        </a:xfrm>
      </p:grpSpPr>
      <p:sp>
        <p:nvSpPr>
          <p:cNvPr id="52" name="Google Shape;52;p64"/>
          <p:cNvSpPr txBox="1"/>
          <p:nvPr>
            <p:ph type="title"/>
          </p:nvPr>
        </p:nvSpPr>
        <p:spPr>
          <a:xfrm>
            <a:off x="457200" y="277813"/>
            <a:ext cx="8229600" cy="113982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53" name="Google Shape;53;p64"/>
          <p:cNvSpPr txBox="1"/>
          <p:nvPr>
            <p:ph idx="1" type="body"/>
          </p:nvPr>
        </p:nvSpPr>
        <p:spPr>
          <a:xfrm>
            <a:off x="457200" y="1600200"/>
            <a:ext cx="8229600" cy="2189163"/>
          </a:xfrm>
          <a:prstGeom prst="rect">
            <a:avLst/>
          </a:prstGeom>
          <a:noFill/>
          <a:ln>
            <a:noFill/>
          </a:ln>
        </p:spPr>
        <p:txBody>
          <a:bodyPr anchorCtr="0" anchor="t" bIns="45700" lIns="91425" spcFirstLastPara="1" rIns="91425" wrap="square" tIns="45700">
            <a:noAutofit/>
          </a:bodyPr>
          <a:lstStyle>
            <a:lvl1pPr indent="-342900" lvl="0" marL="457200" algn="l">
              <a:lnSpc>
                <a:spcPct val="110000"/>
              </a:lnSpc>
              <a:spcBef>
                <a:spcPts val="700"/>
              </a:spcBef>
              <a:spcAft>
                <a:spcPts val="0"/>
              </a:spcAft>
              <a:buSzPts val="1800"/>
              <a:buChar char="•"/>
              <a:defRPr/>
            </a:lvl1pPr>
            <a:lvl2pPr indent="-342900" lvl="1" marL="914400" algn="l">
              <a:lnSpc>
                <a:spcPct val="110000"/>
              </a:lnSpc>
              <a:spcBef>
                <a:spcPts val="700"/>
              </a:spcBef>
              <a:spcAft>
                <a:spcPts val="0"/>
              </a:spcAft>
              <a:buSzPts val="1800"/>
              <a:buChar char="–"/>
              <a:defRPr/>
            </a:lvl2pPr>
            <a:lvl3pPr indent="-342900" lvl="2" marL="1371600" algn="l">
              <a:lnSpc>
                <a:spcPct val="110000"/>
              </a:lnSpc>
              <a:spcBef>
                <a:spcPts val="700"/>
              </a:spcBef>
              <a:spcAft>
                <a:spcPts val="0"/>
              </a:spcAft>
              <a:buSzPts val="1800"/>
              <a:buChar char="•"/>
              <a:defRPr/>
            </a:lvl3pPr>
            <a:lvl4pPr indent="-342900" lvl="3" marL="1828800" algn="l">
              <a:lnSpc>
                <a:spcPct val="110000"/>
              </a:lnSpc>
              <a:spcBef>
                <a:spcPts val="700"/>
              </a:spcBef>
              <a:spcAft>
                <a:spcPts val="0"/>
              </a:spcAft>
              <a:buSzPts val="1800"/>
              <a:buChar char="–"/>
              <a:defRPr/>
            </a:lvl4pPr>
            <a:lvl5pPr indent="-342900" lvl="4" marL="2286000" algn="l">
              <a:lnSpc>
                <a:spcPct val="110000"/>
              </a:lnSpc>
              <a:spcBef>
                <a:spcPts val="700"/>
              </a:spcBef>
              <a:spcAft>
                <a:spcPts val="0"/>
              </a:spcAft>
              <a:buSzPts val="1800"/>
              <a:buChar char="•"/>
              <a:defRPr/>
            </a:lvl5pPr>
            <a:lvl6pPr indent="-342900" lvl="5" marL="2743200" algn="l">
              <a:lnSpc>
                <a:spcPct val="110000"/>
              </a:lnSpc>
              <a:spcBef>
                <a:spcPts val="700"/>
              </a:spcBef>
              <a:spcAft>
                <a:spcPts val="0"/>
              </a:spcAft>
              <a:buSzPts val="1800"/>
              <a:buChar char="–"/>
              <a:defRPr/>
            </a:lvl6pPr>
            <a:lvl7pPr indent="-342900" lvl="6" marL="3200400" algn="l">
              <a:lnSpc>
                <a:spcPct val="110000"/>
              </a:lnSpc>
              <a:spcBef>
                <a:spcPts val="700"/>
              </a:spcBef>
              <a:spcAft>
                <a:spcPts val="0"/>
              </a:spcAft>
              <a:buSzPts val="1800"/>
              <a:buChar char="•"/>
              <a:defRPr/>
            </a:lvl7pPr>
            <a:lvl8pPr indent="-342900" lvl="7" marL="3657600" algn="l">
              <a:lnSpc>
                <a:spcPct val="110000"/>
              </a:lnSpc>
              <a:spcBef>
                <a:spcPts val="700"/>
              </a:spcBef>
              <a:spcAft>
                <a:spcPts val="0"/>
              </a:spcAft>
              <a:buSzPts val="1800"/>
              <a:buChar char="–"/>
              <a:defRPr/>
            </a:lvl8pPr>
            <a:lvl9pPr indent="-342900" lvl="8" marL="4114800" algn="l">
              <a:lnSpc>
                <a:spcPct val="110000"/>
              </a:lnSpc>
              <a:spcBef>
                <a:spcPts val="700"/>
              </a:spcBef>
              <a:spcAft>
                <a:spcPts val="0"/>
              </a:spcAft>
              <a:buSzPts val="1800"/>
              <a:buChar char="•"/>
              <a:defRPr/>
            </a:lvl9pPr>
          </a:lstStyle>
          <a:p/>
        </p:txBody>
      </p:sp>
      <p:sp>
        <p:nvSpPr>
          <p:cNvPr id="54" name="Google Shape;54;p64"/>
          <p:cNvSpPr txBox="1"/>
          <p:nvPr>
            <p:ph idx="2" type="body"/>
          </p:nvPr>
        </p:nvSpPr>
        <p:spPr>
          <a:xfrm>
            <a:off x="457200" y="3941763"/>
            <a:ext cx="8229600" cy="2189162"/>
          </a:xfrm>
          <a:prstGeom prst="rect">
            <a:avLst/>
          </a:prstGeom>
          <a:noFill/>
          <a:ln>
            <a:noFill/>
          </a:ln>
        </p:spPr>
        <p:txBody>
          <a:bodyPr anchorCtr="0" anchor="t" bIns="45700" lIns="91425" spcFirstLastPara="1" rIns="91425" wrap="square" tIns="45700">
            <a:noAutofit/>
          </a:bodyPr>
          <a:lstStyle>
            <a:lvl1pPr indent="-342900" lvl="0" marL="457200" algn="l">
              <a:lnSpc>
                <a:spcPct val="110000"/>
              </a:lnSpc>
              <a:spcBef>
                <a:spcPts val="700"/>
              </a:spcBef>
              <a:spcAft>
                <a:spcPts val="0"/>
              </a:spcAft>
              <a:buSzPts val="1800"/>
              <a:buChar char="•"/>
              <a:defRPr/>
            </a:lvl1pPr>
            <a:lvl2pPr indent="-342900" lvl="1" marL="914400" algn="l">
              <a:lnSpc>
                <a:spcPct val="110000"/>
              </a:lnSpc>
              <a:spcBef>
                <a:spcPts val="700"/>
              </a:spcBef>
              <a:spcAft>
                <a:spcPts val="0"/>
              </a:spcAft>
              <a:buSzPts val="1800"/>
              <a:buChar char="–"/>
              <a:defRPr/>
            </a:lvl2pPr>
            <a:lvl3pPr indent="-342900" lvl="2" marL="1371600" algn="l">
              <a:lnSpc>
                <a:spcPct val="110000"/>
              </a:lnSpc>
              <a:spcBef>
                <a:spcPts val="700"/>
              </a:spcBef>
              <a:spcAft>
                <a:spcPts val="0"/>
              </a:spcAft>
              <a:buSzPts val="1800"/>
              <a:buChar char="•"/>
              <a:defRPr/>
            </a:lvl3pPr>
            <a:lvl4pPr indent="-342900" lvl="3" marL="1828800" algn="l">
              <a:lnSpc>
                <a:spcPct val="110000"/>
              </a:lnSpc>
              <a:spcBef>
                <a:spcPts val="700"/>
              </a:spcBef>
              <a:spcAft>
                <a:spcPts val="0"/>
              </a:spcAft>
              <a:buSzPts val="1800"/>
              <a:buChar char="–"/>
              <a:defRPr/>
            </a:lvl4pPr>
            <a:lvl5pPr indent="-342900" lvl="4" marL="2286000" algn="l">
              <a:lnSpc>
                <a:spcPct val="110000"/>
              </a:lnSpc>
              <a:spcBef>
                <a:spcPts val="700"/>
              </a:spcBef>
              <a:spcAft>
                <a:spcPts val="0"/>
              </a:spcAft>
              <a:buSzPts val="1800"/>
              <a:buChar char="•"/>
              <a:defRPr/>
            </a:lvl5pPr>
            <a:lvl6pPr indent="-342900" lvl="5" marL="2743200" algn="l">
              <a:lnSpc>
                <a:spcPct val="110000"/>
              </a:lnSpc>
              <a:spcBef>
                <a:spcPts val="700"/>
              </a:spcBef>
              <a:spcAft>
                <a:spcPts val="0"/>
              </a:spcAft>
              <a:buSzPts val="1800"/>
              <a:buChar char="–"/>
              <a:defRPr/>
            </a:lvl6pPr>
            <a:lvl7pPr indent="-342900" lvl="6" marL="3200400" algn="l">
              <a:lnSpc>
                <a:spcPct val="110000"/>
              </a:lnSpc>
              <a:spcBef>
                <a:spcPts val="700"/>
              </a:spcBef>
              <a:spcAft>
                <a:spcPts val="0"/>
              </a:spcAft>
              <a:buSzPts val="1800"/>
              <a:buChar char="•"/>
              <a:defRPr/>
            </a:lvl7pPr>
            <a:lvl8pPr indent="-342900" lvl="7" marL="3657600" algn="l">
              <a:lnSpc>
                <a:spcPct val="110000"/>
              </a:lnSpc>
              <a:spcBef>
                <a:spcPts val="700"/>
              </a:spcBef>
              <a:spcAft>
                <a:spcPts val="0"/>
              </a:spcAft>
              <a:buSzPts val="1800"/>
              <a:buChar char="–"/>
              <a:defRPr/>
            </a:lvl8pPr>
            <a:lvl9pPr indent="-342900" lvl="8" marL="4114800" algn="l">
              <a:lnSpc>
                <a:spcPct val="110000"/>
              </a:lnSpc>
              <a:spcBef>
                <a:spcPts val="700"/>
              </a:spcBef>
              <a:spcAft>
                <a:spcPts val="0"/>
              </a:spcAft>
              <a:buSzPts val="1800"/>
              <a:buChar char="•"/>
              <a:defRPr/>
            </a:lvl9pPr>
          </a:lstStyle>
          <a:p/>
        </p:txBody>
      </p:sp>
      <p:sp>
        <p:nvSpPr>
          <p:cNvPr id="55" name="Google Shape;55;p64"/>
          <p:cNvSpPr txBox="1"/>
          <p:nvPr>
            <p:ph idx="10" type="dt"/>
          </p:nvPr>
        </p:nvSpPr>
        <p:spPr>
          <a:xfrm>
            <a:off x="457200" y="6243638"/>
            <a:ext cx="21336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64"/>
          <p:cNvSpPr txBox="1"/>
          <p:nvPr>
            <p:ph idx="11" type="ftr"/>
          </p:nvPr>
        </p:nvSpPr>
        <p:spPr>
          <a:xfrm>
            <a:off x="3124200" y="6248400"/>
            <a:ext cx="2895600" cy="4572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64"/>
          <p:cNvSpPr txBox="1"/>
          <p:nvPr>
            <p:ph idx="12" type="sldNum"/>
          </p:nvPr>
        </p:nvSpPr>
        <p:spPr>
          <a:xfrm>
            <a:off x="6553200" y="6243638"/>
            <a:ext cx="2133600" cy="457200"/>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sz="1000">
                <a:solidFill>
                  <a:srgbClr val="595959"/>
                </a:solidFill>
                <a:latin typeface="Gill Sans"/>
                <a:ea typeface="Gill Sans"/>
                <a:cs typeface="Gill Sans"/>
                <a:sym typeface="Gill Sans"/>
              </a:defRPr>
            </a:lvl1pPr>
            <a:lvl2pPr indent="0" lvl="1" marL="0" algn="r">
              <a:spcBef>
                <a:spcPts val="0"/>
              </a:spcBef>
              <a:spcAft>
                <a:spcPts val="0"/>
              </a:spcAft>
              <a:buNone/>
              <a:defRPr sz="1000">
                <a:solidFill>
                  <a:srgbClr val="595959"/>
                </a:solidFill>
                <a:latin typeface="Gill Sans"/>
                <a:ea typeface="Gill Sans"/>
                <a:cs typeface="Gill Sans"/>
                <a:sym typeface="Gill Sans"/>
              </a:defRPr>
            </a:lvl2pPr>
            <a:lvl3pPr indent="0" lvl="2" marL="0" algn="r">
              <a:spcBef>
                <a:spcPts val="0"/>
              </a:spcBef>
              <a:spcAft>
                <a:spcPts val="0"/>
              </a:spcAft>
              <a:buNone/>
              <a:defRPr sz="1000">
                <a:solidFill>
                  <a:srgbClr val="595959"/>
                </a:solidFill>
                <a:latin typeface="Gill Sans"/>
                <a:ea typeface="Gill Sans"/>
                <a:cs typeface="Gill Sans"/>
                <a:sym typeface="Gill Sans"/>
              </a:defRPr>
            </a:lvl3pPr>
            <a:lvl4pPr indent="0" lvl="3" marL="0" algn="r">
              <a:spcBef>
                <a:spcPts val="0"/>
              </a:spcBef>
              <a:spcAft>
                <a:spcPts val="0"/>
              </a:spcAft>
              <a:buNone/>
              <a:defRPr sz="1000">
                <a:solidFill>
                  <a:srgbClr val="595959"/>
                </a:solidFill>
                <a:latin typeface="Gill Sans"/>
                <a:ea typeface="Gill Sans"/>
                <a:cs typeface="Gill Sans"/>
                <a:sym typeface="Gill Sans"/>
              </a:defRPr>
            </a:lvl4pPr>
            <a:lvl5pPr indent="0" lvl="4" marL="0" algn="r">
              <a:spcBef>
                <a:spcPts val="0"/>
              </a:spcBef>
              <a:spcAft>
                <a:spcPts val="0"/>
              </a:spcAft>
              <a:buNone/>
              <a:defRPr sz="1000">
                <a:solidFill>
                  <a:srgbClr val="595959"/>
                </a:solidFill>
                <a:latin typeface="Gill Sans"/>
                <a:ea typeface="Gill Sans"/>
                <a:cs typeface="Gill Sans"/>
                <a:sym typeface="Gill Sans"/>
              </a:defRPr>
            </a:lvl5pPr>
            <a:lvl6pPr indent="0" lvl="5" marL="0" algn="r">
              <a:spcBef>
                <a:spcPts val="0"/>
              </a:spcBef>
              <a:spcAft>
                <a:spcPts val="0"/>
              </a:spcAft>
              <a:buNone/>
              <a:defRPr sz="1000">
                <a:solidFill>
                  <a:srgbClr val="595959"/>
                </a:solidFill>
                <a:latin typeface="Gill Sans"/>
                <a:ea typeface="Gill Sans"/>
                <a:cs typeface="Gill Sans"/>
                <a:sym typeface="Gill Sans"/>
              </a:defRPr>
            </a:lvl6pPr>
            <a:lvl7pPr indent="0" lvl="6" marL="0" algn="r">
              <a:spcBef>
                <a:spcPts val="0"/>
              </a:spcBef>
              <a:spcAft>
                <a:spcPts val="0"/>
              </a:spcAft>
              <a:buNone/>
              <a:defRPr sz="1000">
                <a:solidFill>
                  <a:srgbClr val="595959"/>
                </a:solidFill>
                <a:latin typeface="Gill Sans"/>
                <a:ea typeface="Gill Sans"/>
                <a:cs typeface="Gill Sans"/>
                <a:sym typeface="Gill Sans"/>
              </a:defRPr>
            </a:lvl7pPr>
            <a:lvl8pPr indent="0" lvl="7" marL="0" algn="r">
              <a:spcBef>
                <a:spcPts val="0"/>
              </a:spcBef>
              <a:spcAft>
                <a:spcPts val="0"/>
              </a:spcAft>
              <a:buNone/>
              <a:defRPr sz="1000">
                <a:solidFill>
                  <a:srgbClr val="595959"/>
                </a:solidFill>
                <a:latin typeface="Gill Sans"/>
                <a:ea typeface="Gill Sans"/>
                <a:cs typeface="Gill Sans"/>
                <a:sym typeface="Gill Sans"/>
              </a:defRPr>
            </a:lvl8pPr>
            <a:lvl9pPr indent="0" lvl="8" marL="0" algn="r">
              <a:spcBef>
                <a:spcPts val="0"/>
              </a:spcBef>
              <a:spcAft>
                <a:spcPts val="0"/>
              </a:spcAft>
              <a:buNone/>
              <a:defRPr sz="1000">
                <a:solidFill>
                  <a:srgbClr val="595959"/>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58" name="Shape 58"/>
        <p:cNvGrpSpPr/>
        <p:nvPr/>
      </p:nvGrpSpPr>
      <p:grpSpPr>
        <a:xfrm>
          <a:off x="0" y="0"/>
          <a:ext cx="0" cy="0"/>
          <a:chOff x="0" y="0"/>
          <a:chExt cx="0" cy="0"/>
        </a:xfrm>
      </p:grpSpPr>
      <p:sp>
        <p:nvSpPr>
          <p:cNvPr id="59" name="Google Shape;59;p65"/>
          <p:cNvSpPr txBox="1"/>
          <p:nvPr>
            <p:ph type="title"/>
          </p:nvPr>
        </p:nvSpPr>
        <p:spPr>
          <a:xfrm>
            <a:off x="457200" y="277813"/>
            <a:ext cx="8229600" cy="113982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60" name="Google Shape;60;p65"/>
          <p:cNvSpPr txBox="1"/>
          <p:nvPr>
            <p:ph idx="1" type="body"/>
          </p:nvPr>
        </p:nvSpPr>
        <p:spPr>
          <a:xfrm>
            <a:off x="457200" y="1600200"/>
            <a:ext cx="4038600" cy="4530725"/>
          </a:xfrm>
          <a:prstGeom prst="rect">
            <a:avLst/>
          </a:prstGeom>
          <a:noFill/>
          <a:ln>
            <a:noFill/>
          </a:ln>
        </p:spPr>
        <p:txBody>
          <a:bodyPr anchorCtr="0" anchor="t" bIns="45700" lIns="91425" spcFirstLastPara="1" rIns="91425" wrap="square" tIns="45700">
            <a:noAutofit/>
          </a:bodyPr>
          <a:lstStyle>
            <a:lvl1pPr indent="-342900" lvl="0" marL="457200" algn="l">
              <a:lnSpc>
                <a:spcPct val="110000"/>
              </a:lnSpc>
              <a:spcBef>
                <a:spcPts val="700"/>
              </a:spcBef>
              <a:spcAft>
                <a:spcPts val="0"/>
              </a:spcAft>
              <a:buSzPts val="1800"/>
              <a:buChar char="•"/>
              <a:defRPr/>
            </a:lvl1pPr>
            <a:lvl2pPr indent="-342900" lvl="1" marL="914400" algn="l">
              <a:lnSpc>
                <a:spcPct val="110000"/>
              </a:lnSpc>
              <a:spcBef>
                <a:spcPts val="700"/>
              </a:spcBef>
              <a:spcAft>
                <a:spcPts val="0"/>
              </a:spcAft>
              <a:buSzPts val="1800"/>
              <a:buChar char="–"/>
              <a:defRPr/>
            </a:lvl2pPr>
            <a:lvl3pPr indent="-342900" lvl="2" marL="1371600" algn="l">
              <a:lnSpc>
                <a:spcPct val="110000"/>
              </a:lnSpc>
              <a:spcBef>
                <a:spcPts val="700"/>
              </a:spcBef>
              <a:spcAft>
                <a:spcPts val="0"/>
              </a:spcAft>
              <a:buSzPts val="1800"/>
              <a:buChar char="•"/>
              <a:defRPr/>
            </a:lvl3pPr>
            <a:lvl4pPr indent="-342900" lvl="3" marL="1828800" algn="l">
              <a:lnSpc>
                <a:spcPct val="110000"/>
              </a:lnSpc>
              <a:spcBef>
                <a:spcPts val="700"/>
              </a:spcBef>
              <a:spcAft>
                <a:spcPts val="0"/>
              </a:spcAft>
              <a:buSzPts val="1800"/>
              <a:buChar char="–"/>
              <a:defRPr/>
            </a:lvl4pPr>
            <a:lvl5pPr indent="-342900" lvl="4" marL="2286000" algn="l">
              <a:lnSpc>
                <a:spcPct val="110000"/>
              </a:lnSpc>
              <a:spcBef>
                <a:spcPts val="700"/>
              </a:spcBef>
              <a:spcAft>
                <a:spcPts val="0"/>
              </a:spcAft>
              <a:buSzPts val="1800"/>
              <a:buChar char="•"/>
              <a:defRPr/>
            </a:lvl5pPr>
            <a:lvl6pPr indent="-342900" lvl="5" marL="2743200" algn="l">
              <a:lnSpc>
                <a:spcPct val="110000"/>
              </a:lnSpc>
              <a:spcBef>
                <a:spcPts val="700"/>
              </a:spcBef>
              <a:spcAft>
                <a:spcPts val="0"/>
              </a:spcAft>
              <a:buSzPts val="1800"/>
              <a:buChar char="–"/>
              <a:defRPr/>
            </a:lvl6pPr>
            <a:lvl7pPr indent="-342900" lvl="6" marL="3200400" algn="l">
              <a:lnSpc>
                <a:spcPct val="110000"/>
              </a:lnSpc>
              <a:spcBef>
                <a:spcPts val="700"/>
              </a:spcBef>
              <a:spcAft>
                <a:spcPts val="0"/>
              </a:spcAft>
              <a:buSzPts val="1800"/>
              <a:buChar char="•"/>
              <a:defRPr/>
            </a:lvl7pPr>
            <a:lvl8pPr indent="-342900" lvl="7" marL="3657600" algn="l">
              <a:lnSpc>
                <a:spcPct val="110000"/>
              </a:lnSpc>
              <a:spcBef>
                <a:spcPts val="700"/>
              </a:spcBef>
              <a:spcAft>
                <a:spcPts val="0"/>
              </a:spcAft>
              <a:buSzPts val="1800"/>
              <a:buChar char="–"/>
              <a:defRPr/>
            </a:lvl8pPr>
            <a:lvl9pPr indent="-342900" lvl="8" marL="4114800" algn="l">
              <a:lnSpc>
                <a:spcPct val="110000"/>
              </a:lnSpc>
              <a:spcBef>
                <a:spcPts val="700"/>
              </a:spcBef>
              <a:spcAft>
                <a:spcPts val="0"/>
              </a:spcAft>
              <a:buSzPts val="1800"/>
              <a:buChar char="•"/>
              <a:defRPr/>
            </a:lvl9pPr>
          </a:lstStyle>
          <a:p/>
        </p:txBody>
      </p:sp>
      <p:sp>
        <p:nvSpPr>
          <p:cNvPr id="61" name="Google Shape;61;p65"/>
          <p:cNvSpPr txBox="1"/>
          <p:nvPr>
            <p:ph idx="2" type="body"/>
          </p:nvPr>
        </p:nvSpPr>
        <p:spPr>
          <a:xfrm>
            <a:off x="4648200" y="1600200"/>
            <a:ext cx="4038600" cy="4530725"/>
          </a:xfrm>
          <a:prstGeom prst="rect">
            <a:avLst/>
          </a:prstGeom>
          <a:noFill/>
          <a:ln>
            <a:noFill/>
          </a:ln>
        </p:spPr>
        <p:txBody>
          <a:bodyPr anchorCtr="0" anchor="t" bIns="45700" lIns="91425" spcFirstLastPara="1" rIns="91425" wrap="square" tIns="45700">
            <a:noAutofit/>
          </a:bodyPr>
          <a:lstStyle>
            <a:lvl1pPr indent="-342900" lvl="0" marL="457200" algn="l">
              <a:lnSpc>
                <a:spcPct val="110000"/>
              </a:lnSpc>
              <a:spcBef>
                <a:spcPts val="700"/>
              </a:spcBef>
              <a:spcAft>
                <a:spcPts val="0"/>
              </a:spcAft>
              <a:buSzPts val="1800"/>
              <a:buChar char="•"/>
              <a:defRPr/>
            </a:lvl1pPr>
            <a:lvl2pPr indent="-342900" lvl="1" marL="914400" algn="l">
              <a:lnSpc>
                <a:spcPct val="110000"/>
              </a:lnSpc>
              <a:spcBef>
                <a:spcPts val="700"/>
              </a:spcBef>
              <a:spcAft>
                <a:spcPts val="0"/>
              </a:spcAft>
              <a:buSzPts val="1800"/>
              <a:buChar char="–"/>
              <a:defRPr/>
            </a:lvl2pPr>
            <a:lvl3pPr indent="-342900" lvl="2" marL="1371600" algn="l">
              <a:lnSpc>
                <a:spcPct val="110000"/>
              </a:lnSpc>
              <a:spcBef>
                <a:spcPts val="700"/>
              </a:spcBef>
              <a:spcAft>
                <a:spcPts val="0"/>
              </a:spcAft>
              <a:buSzPts val="1800"/>
              <a:buChar char="•"/>
              <a:defRPr/>
            </a:lvl3pPr>
            <a:lvl4pPr indent="-342900" lvl="3" marL="1828800" algn="l">
              <a:lnSpc>
                <a:spcPct val="110000"/>
              </a:lnSpc>
              <a:spcBef>
                <a:spcPts val="700"/>
              </a:spcBef>
              <a:spcAft>
                <a:spcPts val="0"/>
              </a:spcAft>
              <a:buSzPts val="1800"/>
              <a:buChar char="–"/>
              <a:defRPr/>
            </a:lvl4pPr>
            <a:lvl5pPr indent="-342900" lvl="4" marL="2286000" algn="l">
              <a:lnSpc>
                <a:spcPct val="110000"/>
              </a:lnSpc>
              <a:spcBef>
                <a:spcPts val="700"/>
              </a:spcBef>
              <a:spcAft>
                <a:spcPts val="0"/>
              </a:spcAft>
              <a:buSzPts val="1800"/>
              <a:buChar char="•"/>
              <a:defRPr/>
            </a:lvl5pPr>
            <a:lvl6pPr indent="-342900" lvl="5" marL="2743200" algn="l">
              <a:lnSpc>
                <a:spcPct val="110000"/>
              </a:lnSpc>
              <a:spcBef>
                <a:spcPts val="700"/>
              </a:spcBef>
              <a:spcAft>
                <a:spcPts val="0"/>
              </a:spcAft>
              <a:buSzPts val="1800"/>
              <a:buChar char="–"/>
              <a:defRPr/>
            </a:lvl6pPr>
            <a:lvl7pPr indent="-342900" lvl="6" marL="3200400" algn="l">
              <a:lnSpc>
                <a:spcPct val="110000"/>
              </a:lnSpc>
              <a:spcBef>
                <a:spcPts val="700"/>
              </a:spcBef>
              <a:spcAft>
                <a:spcPts val="0"/>
              </a:spcAft>
              <a:buSzPts val="1800"/>
              <a:buChar char="•"/>
              <a:defRPr/>
            </a:lvl7pPr>
            <a:lvl8pPr indent="-342900" lvl="7" marL="3657600" algn="l">
              <a:lnSpc>
                <a:spcPct val="110000"/>
              </a:lnSpc>
              <a:spcBef>
                <a:spcPts val="700"/>
              </a:spcBef>
              <a:spcAft>
                <a:spcPts val="0"/>
              </a:spcAft>
              <a:buSzPts val="1800"/>
              <a:buChar char="–"/>
              <a:defRPr/>
            </a:lvl8pPr>
            <a:lvl9pPr indent="-342900" lvl="8" marL="4114800" algn="l">
              <a:lnSpc>
                <a:spcPct val="110000"/>
              </a:lnSpc>
              <a:spcBef>
                <a:spcPts val="700"/>
              </a:spcBef>
              <a:spcAft>
                <a:spcPts val="0"/>
              </a:spcAft>
              <a:buSzPts val="1800"/>
              <a:buChar char="•"/>
              <a:defRPr/>
            </a:lvl9pPr>
          </a:lstStyle>
          <a:p/>
        </p:txBody>
      </p:sp>
      <p:sp>
        <p:nvSpPr>
          <p:cNvPr id="62" name="Google Shape;62;p65"/>
          <p:cNvSpPr txBox="1"/>
          <p:nvPr>
            <p:ph idx="10" type="dt"/>
          </p:nvPr>
        </p:nvSpPr>
        <p:spPr>
          <a:xfrm>
            <a:off x="457200" y="6243638"/>
            <a:ext cx="21336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65"/>
          <p:cNvSpPr txBox="1"/>
          <p:nvPr>
            <p:ph idx="11" type="ftr"/>
          </p:nvPr>
        </p:nvSpPr>
        <p:spPr>
          <a:xfrm>
            <a:off x="3124200" y="6248400"/>
            <a:ext cx="2895600" cy="4572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65"/>
          <p:cNvSpPr txBox="1"/>
          <p:nvPr>
            <p:ph idx="12" type="sldNum"/>
          </p:nvPr>
        </p:nvSpPr>
        <p:spPr>
          <a:xfrm>
            <a:off x="6553200" y="6243638"/>
            <a:ext cx="2133600" cy="457200"/>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sz="1000">
                <a:solidFill>
                  <a:srgbClr val="595959"/>
                </a:solidFill>
                <a:latin typeface="Gill Sans"/>
                <a:ea typeface="Gill Sans"/>
                <a:cs typeface="Gill Sans"/>
                <a:sym typeface="Gill Sans"/>
              </a:defRPr>
            </a:lvl1pPr>
            <a:lvl2pPr indent="0" lvl="1" marL="0" algn="r">
              <a:spcBef>
                <a:spcPts val="0"/>
              </a:spcBef>
              <a:spcAft>
                <a:spcPts val="0"/>
              </a:spcAft>
              <a:buNone/>
              <a:defRPr sz="1000">
                <a:solidFill>
                  <a:srgbClr val="595959"/>
                </a:solidFill>
                <a:latin typeface="Gill Sans"/>
                <a:ea typeface="Gill Sans"/>
                <a:cs typeface="Gill Sans"/>
                <a:sym typeface="Gill Sans"/>
              </a:defRPr>
            </a:lvl2pPr>
            <a:lvl3pPr indent="0" lvl="2" marL="0" algn="r">
              <a:spcBef>
                <a:spcPts val="0"/>
              </a:spcBef>
              <a:spcAft>
                <a:spcPts val="0"/>
              </a:spcAft>
              <a:buNone/>
              <a:defRPr sz="1000">
                <a:solidFill>
                  <a:srgbClr val="595959"/>
                </a:solidFill>
                <a:latin typeface="Gill Sans"/>
                <a:ea typeface="Gill Sans"/>
                <a:cs typeface="Gill Sans"/>
                <a:sym typeface="Gill Sans"/>
              </a:defRPr>
            </a:lvl3pPr>
            <a:lvl4pPr indent="0" lvl="3" marL="0" algn="r">
              <a:spcBef>
                <a:spcPts val="0"/>
              </a:spcBef>
              <a:spcAft>
                <a:spcPts val="0"/>
              </a:spcAft>
              <a:buNone/>
              <a:defRPr sz="1000">
                <a:solidFill>
                  <a:srgbClr val="595959"/>
                </a:solidFill>
                <a:latin typeface="Gill Sans"/>
                <a:ea typeface="Gill Sans"/>
                <a:cs typeface="Gill Sans"/>
                <a:sym typeface="Gill Sans"/>
              </a:defRPr>
            </a:lvl4pPr>
            <a:lvl5pPr indent="0" lvl="4" marL="0" algn="r">
              <a:spcBef>
                <a:spcPts val="0"/>
              </a:spcBef>
              <a:spcAft>
                <a:spcPts val="0"/>
              </a:spcAft>
              <a:buNone/>
              <a:defRPr sz="1000">
                <a:solidFill>
                  <a:srgbClr val="595959"/>
                </a:solidFill>
                <a:latin typeface="Gill Sans"/>
                <a:ea typeface="Gill Sans"/>
                <a:cs typeface="Gill Sans"/>
                <a:sym typeface="Gill Sans"/>
              </a:defRPr>
            </a:lvl5pPr>
            <a:lvl6pPr indent="0" lvl="5" marL="0" algn="r">
              <a:spcBef>
                <a:spcPts val="0"/>
              </a:spcBef>
              <a:spcAft>
                <a:spcPts val="0"/>
              </a:spcAft>
              <a:buNone/>
              <a:defRPr sz="1000">
                <a:solidFill>
                  <a:srgbClr val="595959"/>
                </a:solidFill>
                <a:latin typeface="Gill Sans"/>
                <a:ea typeface="Gill Sans"/>
                <a:cs typeface="Gill Sans"/>
                <a:sym typeface="Gill Sans"/>
              </a:defRPr>
            </a:lvl6pPr>
            <a:lvl7pPr indent="0" lvl="6" marL="0" algn="r">
              <a:spcBef>
                <a:spcPts val="0"/>
              </a:spcBef>
              <a:spcAft>
                <a:spcPts val="0"/>
              </a:spcAft>
              <a:buNone/>
              <a:defRPr sz="1000">
                <a:solidFill>
                  <a:srgbClr val="595959"/>
                </a:solidFill>
                <a:latin typeface="Gill Sans"/>
                <a:ea typeface="Gill Sans"/>
                <a:cs typeface="Gill Sans"/>
                <a:sym typeface="Gill Sans"/>
              </a:defRPr>
            </a:lvl7pPr>
            <a:lvl8pPr indent="0" lvl="7" marL="0" algn="r">
              <a:spcBef>
                <a:spcPts val="0"/>
              </a:spcBef>
              <a:spcAft>
                <a:spcPts val="0"/>
              </a:spcAft>
              <a:buNone/>
              <a:defRPr sz="1000">
                <a:solidFill>
                  <a:srgbClr val="595959"/>
                </a:solidFill>
                <a:latin typeface="Gill Sans"/>
                <a:ea typeface="Gill Sans"/>
                <a:cs typeface="Gill Sans"/>
                <a:sym typeface="Gill Sans"/>
              </a:defRPr>
            </a:lvl8pPr>
            <a:lvl9pPr indent="0" lvl="8" marL="0" algn="r">
              <a:spcBef>
                <a:spcPts val="0"/>
              </a:spcBef>
              <a:spcAft>
                <a:spcPts val="0"/>
              </a:spcAft>
              <a:buNone/>
              <a:defRPr sz="1000">
                <a:solidFill>
                  <a:srgbClr val="595959"/>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2 Content" type="txAndTwoObj">
  <p:cSld name="TEXT_AND_TWO_OBJECTS">
    <p:spTree>
      <p:nvGrpSpPr>
        <p:cNvPr id="65" name="Shape 65"/>
        <p:cNvGrpSpPr/>
        <p:nvPr/>
      </p:nvGrpSpPr>
      <p:grpSpPr>
        <a:xfrm>
          <a:off x="0" y="0"/>
          <a:ext cx="0" cy="0"/>
          <a:chOff x="0" y="0"/>
          <a:chExt cx="0" cy="0"/>
        </a:xfrm>
      </p:grpSpPr>
      <p:sp>
        <p:nvSpPr>
          <p:cNvPr id="66" name="Google Shape;66;p66"/>
          <p:cNvSpPr txBox="1"/>
          <p:nvPr>
            <p:ph type="title"/>
          </p:nvPr>
        </p:nvSpPr>
        <p:spPr>
          <a:xfrm>
            <a:off x="457200" y="277813"/>
            <a:ext cx="8229600" cy="113982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67" name="Google Shape;67;p66"/>
          <p:cNvSpPr txBox="1"/>
          <p:nvPr>
            <p:ph idx="1" type="body"/>
          </p:nvPr>
        </p:nvSpPr>
        <p:spPr>
          <a:xfrm>
            <a:off x="457200" y="1600200"/>
            <a:ext cx="4038600" cy="4530725"/>
          </a:xfrm>
          <a:prstGeom prst="rect">
            <a:avLst/>
          </a:prstGeom>
          <a:noFill/>
          <a:ln>
            <a:noFill/>
          </a:ln>
        </p:spPr>
        <p:txBody>
          <a:bodyPr anchorCtr="0" anchor="t" bIns="45700" lIns="91425" spcFirstLastPara="1" rIns="91425" wrap="square" tIns="45700">
            <a:noAutofit/>
          </a:bodyPr>
          <a:lstStyle>
            <a:lvl1pPr indent="-342900" lvl="0" marL="457200" algn="l">
              <a:lnSpc>
                <a:spcPct val="110000"/>
              </a:lnSpc>
              <a:spcBef>
                <a:spcPts val="700"/>
              </a:spcBef>
              <a:spcAft>
                <a:spcPts val="0"/>
              </a:spcAft>
              <a:buSzPts val="1800"/>
              <a:buChar char="•"/>
              <a:defRPr/>
            </a:lvl1pPr>
            <a:lvl2pPr indent="-342900" lvl="1" marL="914400" algn="l">
              <a:lnSpc>
                <a:spcPct val="110000"/>
              </a:lnSpc>
              <a:spcBef>
                <a:spcPts val="700"/>
              </a:spcBef>
              <a:spcAft>
                <a:spcPts val="0"/>
              </a:spcAft>
              <a:buSzPts val="1800"/>
              <a:buChar char="–"/>
              <a:defRPr/>
            </a:lvl2pPr>
            <a:lvl3pPr indent="-342900" lvl="2" marL="1371600" algn="l">
              <a:lnSpc>
                <a:spcPct val="110000"/>
              </a:lnSpc>
              <a:spcBef>
                <a:spcPts val="700"/>
              </a:spcBef>
              <a:spcAft>
                <a:spcPts val="0"/>
              </a:spcAft>
              <a:buSzPts val="1800"/>
              <a:buChar char="•"/>
              <a:defRPr/>
            </a:lvl3pPr>
            <a:lvl4pPr indent="-342900" lvl="3" marL="1828800" algn="l">
              <a:lnSpc>
                <a:spcPct val="110000"/>
              </a:lnSpc>
              <a:spcBef>
                <a:spcPts val="700"/>
              </a:spcBef>
              <a:spcAft>
                <a:spcPts val="0"/>
              </a:spcAft>
              <a:buSzPts val="1800"/>
              <a:buChar char="–"/>
              <a:defRPr/>
            </a:lvl4pPr>
            <a:lvl5pPr indent="-342900" lvl="4" marL="2286000" algn="l">
              <a:lnSpc>
                <a:spcPct val="110000"/>
              </a:lnSpc>
              <a:spcBef>
                <a:spcPts val="700"/>
              </a:spcBef>
              <a:spcAft>
                <a:spcPts val="0"/>
              </a:spcAft>
              <a:buSzPts val="1800"/>
              <a:buChar char="•"/>
              <a:defRPr/>
            </a:lvl5pPr>
            <a:lvl6pPr indent="-342900" lvl="5" marL="2743200" algn="l">
              <a:lnSpc>
                <a:spcPct val="110000"/>
              </a:lnSpc>
              <a:spcBef>
                <a:spcPts val="700"/>
              </a:spcBef>
              <a:spcAft>
                <a:spcPts val="0"/>
              </a:spcAft>
              <a:buSzPts val="1800"/>
              <a:buChar char="–"/>
              <a:defRPr/>
            </a:lvl6pPr>
            <a:lvl7pPr indent="-342900" lvl="6" marL="3200400" algn="l">
              <a:lnSpc>
                <a:spcPct val="110000"/>
              </a:lnSpc>
              <a:spcBef>
                <a:spcPts val="700"/>
              </a:spcBef>
              <a:spcAft>
                <a:spcPts val="0"/>
              </a:spcAft>
              <a:buSzPts val="1800"/>
              <a:buChar char="•"/>
              <a:defRPr/>
            </a:lvl7pPr>
            <a:lvl8pPr indent="-342900" lvl="7" marL="3657600" algn="l">
              <a:lnSpc>
                <a:spcPct val="110000"/>
              </a:lnSpc>
              <a:spcBef>
                <a:spcPts val="700"/>
              </a:spcBef>
              <a:spcAft>
                <a:spcPts val="0"/>
              </a:spcAft>
              <a:buSzPts val="1800"/>
              <a:buChar char="–"/>
              <a:defRPr/>
            </a:lvl8pPr>
            <a:lvl9pPr indent="-342900" lvl="8" marL="4114800" algn="l">
              <a:lnSpc>
                <a:spcPct val="110000"/>
              </a:lnSpc>
              <a:spcBef>
                <a:spcPts val="700"/>
              </a:spcBef>
              <a:spcAft>
                <a:spcPts val="0"/>
              </a:spcAft>
              <a:buSzPts val="1800"/>
              <a:buChar char="•"/>
              <a:defRPr/>
            </a:lvl9pPr>
          </a:lstStyle>
          <a:p/>
        </p:txBody>
      </p:sp>
      <p:sp>
        <p:nvSpPr>
          <p:cNvPr id="68" name="Google Shape;68;p66"/>
          <p:cNvSpPr txBox="1"/>
          <p:nvPr>
            <p:ph idx="2" type="body"/>
          </p:nvPr>
        </p:nvSpPr>
        <p:spPr>
          <a:xfrm>
            <a:off x="4648200" y="1600200"/>
            <a:ext cx="4038600" cy="2189163"/>
          </a:xfrm>
          <a:prstGeom prst="rect">
            <a:avLst/>
          </a:prstGeom>
          <a:noFill/>
          <a:ln>
            <a:noFill/>
          </a:ln>
        </p:spPr>
        <p:txBody>
          <a:bodyPr anchorCtr="0" anchor="t" bIns="45700" lIns="91425" spcFirstLastPara="1" rIns="91425" wrap="square" tIns="45700">
            <a:noAutofit/>
          </a:bodyPr>
          <a:lstStyle>
            <a:lvl1pPr indent="-342900" lvl="0" marL="457200" algn="l">
              <a:lnSpc>
                <a:spcPct val="110000"/>
              </a:lnSpc>
              <a:spcBef>
                <a:spcPts val="700"/>
              </a:spcBef>
              <a:spcAft>
                <a:spcPts val="0"/>
              </a:spcAft>
              <a:buSzPts val="1800"/>
              <a:buChar char="•"/>
              <a:defRPr/>
            </a:lvl1pPr>
            <a:lvl2pPr indent="-342900" lvl="1" marL="914400" algn="l">
              <a:lnSpc>
                <a:spcPct val="110000"/>
              </a:lnSpc>
              <a:spcBef>
                <a:spcPts val="700"/>
              </a:spcBef>
              <a:spcAft>
                <a:spcPts val="0"/>
              </a:spcAft>
              <a:buSzPts val="1800"/>
              <a:buChar char="–"/>
              <a:defRPr/>
            </a:lvl2pPr>
            <a:lvl3pPr indent="-342900" lvl="2" marL="1371600" algn="l">
              <a:lnSpc>
                <a:spcPct val="110000"/>
              </a:lnSpc>
              <a:spcBef>
                <a:spcPts val="700"/>
              </a:spcBef>
              <a:spcAft>
                <a:spcPts val="0"/>
              </a:spcAft>
              <a:buSzPts val="1800"/>
              <a:buChar char="•"/>
              <a:defRPr/>
            </a:lvl3pPr>
            <a:lvl4pPr indent="-342900" lvl="3" marL="1828800" algn="l">
              <a:lnSpc>
                <a:spcPct val="110000"/>
              </a:lnSpc>
              <a:spcBef>
                <a:spcPts val="700"/>
              </a:spcBef>
              <a:spcAft>
                <a:spcPts val="0"/>
              </a:spcAft>
              <a:buSzPts val="1800"/>
              <a:buChar char="–"/>
              <a:defRPr/>
            </a:lvl4pPr>
            <a:lvl5pPr indent="-342900" lvl="4" marL="2286000" algn="l">
              <a:lnSpc>
                <a:spcPct val="110000"/>
              </a:lnSpc>
              <a:spcBef>
                <a:spcPts val="700"/>
              </a:spcBef>
              <a:spcAft>
                <a:spcPts val="0"/>
              </a:spcAft>
              <a:buSzPts val="1800"/>
              <a:buChar char="•"/>
              <a:defRPr/>
            </a:lvl5pPr>
            <a:lvl6pPr indent="-342900" lvl="5" marL="2743200" algn="l">
              <a:lnSpc>
                <a:spcPct val="110000"/>
              </a:lnSpc>
              <a:spcBef>
                <a:spcPts val="700"/>
              </a:spcBef>
              <a:spcAft>
                <a:spcPts val="0"/>
              </a:spcAft>
              <a:buSzPts val="1800"/>
              <a:buChar char="–"/>
              <a:defRPr/>
            </a:lvl6pPr>
            <a:lvl7pPr indent="-342900" lvl="6" marL="3200400" algn="l">
              <a:lnSpc>
                <a:spcPct val="110000"/>
              </a:lnSpc>
              <a:spcBef>
                <a:spcPts val="700"/>
              </a:spcBef>
              <a:spcAft>
                <a:spcPts val="0"/>
              </a:spcAft>
              <a:buSzPts val="1800"/>
              <a:buChar char="•"/>
              <a:defRPr/>
            </a:lvl7pPr>
            <a:lvl8pPr indent="-342900" lvl="7" marL="3657600" algn="l">
              <a:lnSpc>
                <a:spcPct val="110000"/>
              </a:lnSpc>
              <a:spcBef>
                <a:spcPts val="700"/>
              </a:spcBef>
              <a:spcAft>
                <a:spcPts val="0"/>
              </a:spcAft>
              <a:buSzPts val="1800"/>
              <a:buChar char="–"/>
              <a:defRPr/>
            </a:lvl8pPr>
            <a:lvl9pPr indent="-342900" lvl="8" marL="4114800" algn="l">
              <a:lnSpc>
                <a:spcPct val="110000"/>
              </a:lnSpc>
              <a:spcBef>
                <a:spcPts val="700"/>
              </a:spcBef>
              <a:spcAft>
                <a:spcPts val="0"/>
              </a:spcAft>
              <a:buSzPts val="1800"/>
              <a:buChar char="•"/>
              <a:defRPr/>
            </a:lvl9pPr>
          </a:lstStyle>
          <a:p/>
        </p:txBody>
      </p:sp>
      <p:sp>
        <p:nvSpPr>
          <p:cNvPr id="69" name="Google Shape;69;p66"/>
          <p:cNvSpPr txBox="1"/>
          <p:nvPr>
            <p:ph idx="3" type="body"/>
          </p:nvPr>
        </p:nvSpPr>
        <p:spPr>
          <a:xfrm>
            <a:off x="4648200" y="3941763"/>
            <a:ext cx="4038600" cy="2189162"/>
          </a:xfrm>
          <a:prstGeom prst="rect">
            <a:avLst/>
          </a:prstGeom>
          <a:noFill/>
          <a:ln>
            <a:noFill/>
          </a:ln>
        </p:spPr>
        <p:txBody>
          <a:bodyPr anchorCtr="0" anchor="t" bIns="45700" lIns="91425" spcFirstLastPara="1" rIns="91425" wrap="square" tIns="45700">
            <a:noAutofit/>
          </a:bodyPr>
          <a:lstStyle>
            <a:lvl1pPr indent="-342900" lvl="0" marL="457200" algn="l">
              <a:lnSpc>
                <a:spcPct val="110000"/>
              </a:lnSpc>
              <a:spcBef>
                <a:spcPts val="700"/>
              </a:spcBef>
              <a:spcAft>
                <a:spcPts val="0"/>
              </a:spcAft>
              <a:buSzPts val="1800"/>
              <a:buChar char="•"/>
              <a:defRPr/>
            </a:lvl1pPr>
            <a:lvl2pPr indent="-342900" lvl="1" marL="914400" algn="l">
              <a:lnSpc>
                <a:spcPct val="110000"/>
              </a:lnSpc>
              <a:spcBef>
                <a:spcPts val="700"/>
              </a:spcBef>
              <a:spcAft>
                <a:spcPts val="0"/>
              </a:spcAft>
              <a:buSzPts val="1800"/>
              <a:buChar char="–"/>
              <a:defRPr/>
            </a:lvl2pPr>
            <a:lvl3pPr indent="-342900" lvl="2" marL="1371600" algn="l">
              <a:lnSpc>
                <a:spcPct val="110000"/>
              </a:lnSpc>
              <a:spcBef>
                <a:spcPts val="700"/>
              </a:spcBef>
              <a:spcAft>
                <a:spcPts val="0"/>
              </a:spcAft>
              <a:buSzPts val="1800"/>
              <a:buChar char="•"/>
              <a:defRPr/>
            </a:lvl3pPr>
            <a:lvl4pPr indent="-342900" lvl="3" marL="1828800" algn="l">
              <a:lnSpc>
                <a:spcPct val="110000"/>
              </a:lnSpc>
              <a:spcBef>
                <a:spcPts val="700"/>
              </a:spcBef>
              <a:spcAft>
                <a:spcPts val="0"/>
              </a:spcAft>
              <a:buSzPts val="1800"/>
              <a:buChar char="–"/>
              <a:defRPr/>
            </a:lvl4pPr>
            <a:lvl5pPr indent="-342900" lvl="4" marL="2286000" algn="l">
              <a:lnSpc>
                <a:spcPct val="110000"/>
              </a:lnSpc>
              <a:spcBef>
                <a:spcPts val="700"/>
              </a:spcBef>
              <a:spcAft>
                <a:spcPts val="0"/>
              </a:spcAft>
              <a:buSzPts val="1800"/>
              <a:buChar char="•"/>
              <a:defRPr/>
            </a:lvl5pPr>
            <a:lvl6pPr indent="-342900" lvl="5" marL="2743200" algn="l">
              <a:lnSpc>
                <a:spcPct val="110000"/>
              </a:lnSpc>
              <a:spcBef>
                <a:spcPts val="700"/>
              </a:spcBef>
              <a:spcAft>
                <a:spcPts val="0"/>
              </a:spcAft>
              <a:buSzPts val="1800"/>
              <a:buChar char="–"/>
              <a:defRPr/>
            </a:lvl6pPr>
            <a:lvl7pPr indent="-342900" lvl="6" marL="3200400" algn="l">
              <a:lnSpc>
                <a:spcPct val="110000"/>
              </a:lnSpc>
              <a:spcBef>
                <a:spcPts val="700"/>
              </a:spcBef>
              <a:spcAft>
                <a:spcPts val="0"/>
              </a:spcAft>
              <a:buSzPts val="1800"/>
              <a:buChar char="•"/>
              <a:defRPr/>
            </a:lvl7pPr>
            <a:lvl8pPr indent="-342900" lvl="7" marL="3657600" algn="l">
              <a:lnSpc>
                <a:spcPct val="110000"/>
              </a:lnSpc>
              <a:spcBef>
                <a:spcPts val="700"/>
              </a:spcBef>
              <a:spcAft>
                <a:spcPts val="0"/>
              </a:spcAft>
              <a:buSzPts val="1800"/>
              <a:buChar char="–"/>
              <a:defRPr/>
            </a:lvl8pPr>
            <a:lvl9pPr indent="-342900" lvl="8" marL="4114800" algn="l">
              <a:lnSpc>
                <a:spcPct val="110000"/>
              </a:lnSpc>
              <a:spcBef>
                <a:spcPts val="700"/>
              </a:spcBef>
              <a:spcAft>
                <a:spcPts val="0"/>
              </a:spcAft>
              <a:buSzPts val="1800"/>
              <a:buChar char="•"/>
              <a:defRPr/>
            </a:lvl9pPr>
          </a:lstStyle>
          <a:p/>
        </p:txBody>
      </p:sp>
      <p:sp>
        <p:nvSpPr>
          <p:cNvPr id="70" name="Google Shape;70;p66"/>
          <p:cNvSpPr txBox="1"/>
          <p:nvPr>
            <p:ph idx="10" type="dt"/>
          </p:nvPr>
        </p:nvSpPr>
        <p:spPr>
          <a:xfrm>
            <a:off x="457200" y="6243638"/>
            <a:ext cx="21336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66"/>
          <p:cNvSpPr txBox="1"/>
          <p:nvPr>
            <p:ph idx="11" type="ftr"/>
          </p:nvPr>
        </p:nvSpPr>
        <p:spPr>
          <a:xfrm>
            <a:off x="3124200" y="6248400"/>
            <a:ext cx="2895600" cy="4572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66"/>
          <p:cNvSpPr txBox="1"/>
          <p:nvPr>
            <p:ph idx="12" type="sldNum"/>
          </p:nvPr>
        </p:nvSpPr>
        <p:spPr>
          <a:xfrm>
            <a:off x="6553200" y="6243638"/>
            <a:ext cx="2133600" cy="457200"/>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sz="1000">
                <a:solidFill>
                  <a:srgbClr val="595959"/>
                </a:solidFill>
                <a:latin typeface="Gill Sans"/>
                <a:ea typeface="Gill Sans"/>
                <a:cs typeface="Gill Sans"/>
                <a:sym typeface="Gill Sans"/>
              </a:defRPr>
            </a:lvl1pPr>
            <a:lvl2pPr indent="0" lvl="1" marL="0" algn="r">
              <a:spcBef>
                <a:spcPts val="0"/>
              </a:spcBef>
              <a:spcAft>
                <a:spcPts val="0"/>
              </a:spcAft>
              <a:buNone/>
              <a:defRPr sz="1000">
                <a:solidFill>
                  <a:srgbClr val="595959"/>
                </a:solidFill>
                <a:latin typeface="Gill Sans"/>
                <a:ea typeface="Gill Sans"/>
                <a:cs typeface="Gill Sans"/>
                <a:sym typeface="Gill Sans"/>
              </a:defRPr>
            </a:lvl2pPr>
            <a:lvl3pPr indent="0" lvl="2" marL="0" algn="r">
              <a:spcBef>
                <a:spcPts val="0"/>
              </a:spcBef>
              <a:spcAft>
                <a:spcPts val="0"/>
              </a:spcAft>
              <a:buNone/>
              <a:defRPr sz="1000">
                <a:solidFill>
                  <a:srgbClr val="595959"/>
                </a:solidFill>
                <a:latin typeface="Gill Sans"/>
                <a:ea typeface="Gill Sans"/>
                <a:cs typeface="Gill Sans"/>
                <a:sym typeface="Gill Sans"/>
              </a:defRPr>
            </a:lvl3pPr>
            <a:lvl4pPr indent="0" lvl="3" marL="0" algn="r">
              <a:spcBef>
                <a:spcPts val="0"/>
              </a:spcBef>
              <a:spcAft>
                <a:spcPts val="0"/>
              </a:spcAft>
              <a:buNone/>
              <a:defRPr sz="1000">
                <a:solidFill>
                  <a:srgbClr val="595959"/>
                </a:solidFill>
                <a:latin typeface="Gill Sans"/>
                <a:ea typeface="Gill Sans"/>
                <a:cs typeface="Gill Sans"/>
                <a:sym typeface="Gill Sans"/>
              </a:defRPr>
            </a:lvl4pPr>
            <a:lvl5pPr indent="0" lvl="4" marL="0" algn="r">
              <a:spcBef>
                <a:spcPts val="0"/>
              </a:spcBef>
              <a:spcAft>
                <a:spcPts val="0"/>
              </a:spcAft>
              <a:buNone/>
              <a:defRPr sz="1000">
                <a:solidFill>
                  <a:srgbClr val="595959"/>
                </a:solidFill>
                <a:latin typeface="Gill Sans"/>
                <a:ea typeface="Gill Sans"/>
                <a:cs typeface="Gill Sans"/>
                <a:sym typeface="Gill Sans"/>
              </a:defRPr>
            </a:lvl5pPr>
            <a:lvl6pPr indent="0" lvl="5" marL="0" algn="r">
              <a:spcBef>
                <a:spcPts val="0"/>
              </a:spcBef>
              <a:spcAft>
                <a:spcPts val="0"/>
              </a:spcAft>
              <a:buNone/>
              <a:defRPr sz="1000">
                <a:solidFill>
                  <a:srgbClr val="595959"/>
                </a:solidFill>
                <a:latin typeface="Gill Sans"/>
                <a:ea typeface="Gill Sans"/>
                <a:cs typeface="Gill Sans"/>
                <a:sym typeface="Gill Sans"/>
              </a:defRPr>
            </a:lvl6pPr>
            <a:lvl7pPr indent="0" lvl="6" marL="0" algn="r">
              <a:spcBef>
                <a:spcPts val="0"/>
              </a:spcBef>
              <a:spcAft>
                <a:spcPts val="0"/>
              </a:spcAft>
              <a:buNone/>
              <a:defRPr sz="1000">
                <a:solidFill>
                  <a:srgbClr val="595959"/>
                </a:solidFill>
                <a:latin typeface="Gill Sans"/>
                <a:ea typeface="Gill Sans"/>
                <a:cs typeface="Gill Sans"/>
                <a:sym typeface="Gill Sans"/>
              </a:defRPr>
            </a:lvl7pPr>
            <a:lvl8pPr indent="0" lvl="7" marL="0" algn="r">
              <a:spcBef>
                <a:spcPts val="0"/>
              </a:spcBef>
              <a:spcAft>
                <a:spcPts val="0"/>
              </a:spcAft>
              <a:buNone/>
              <a:defRPr sz="1000">
                <a:solidFill>
                  <a:srgbClr val="595959"/>
                </a:solidFill>
                <a:latin typeface="Gill Sans"/>
                <a:ea typeface="Gill Sans"/>
                <a:cs typeface="Gill Sans"/>
                <a:sym typeface="Gill Sans"/>
              </a:defRPr>
            </a:lvl8pPr>
            <a:lvl9pPr indent="0" lvl="8" marL="0" algn="r">
              <a:spcBef>
                <a:spcPts val="0"/>
              </a:spcBef>
              <a:spcAft>
                <a:spcPts val="0"/>
              </a:spcAft>
              <a:buNone/>
              <a:defRPr sz="1000">
                <a:solidFill>
                  <a:srgbClr val="595959"/>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4 Content" type="fourObj">
  <p:cSld name="FOUR_OBJECTS">
    <p:spTree>
      <p:nvGrpSpPr>
        <p:cNvPr id="73" name="Shape 73"/>
        <p:cNvGrpSpPr/>
        <p:nvPr/>
      </p:nvGrpSpPr>
      <p:grpSpPr>
        <a:xfrm>
          <a:off x="0" y="0"/>
          <a:ext cx="0" cy="0"/>
          <a:chOff x="0" y="0"/>
          <a:chExt cx="0" cy="0"/>
        </a:xfrm>
      </p:grpSpPr>
      <p:sp>
        <p:nvSpPr>
          <p:cNvPr id="74" name="Google Shape;74;p67"/>
          <p:cNvSpPr txBox="1"/>
          <p:nvPr>
            <p:ph type="title"/>
          </p:nvPr>
        </p:nvSpPr>
        <p:spPr>
          <a:xfrm>
            <a:off x="457200" y="277813"/>
            <a:ext cx="8229600" cy="113982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75" name="Google Shape;75;p67"/>
          <p:cNvSpPr txBox="1"/>
          <p:nvPr>
            <p:ph idx="1" type="body"/>
          </p:nvPr>
        </p:nvSpPr>
        <p:spPr>
          <a:xfrm>
            <a:off x="457200" y="1600200"/>
            <a:ext cx="4038600" cy="2189163"/>
          </a:xfrm>
          <a:prstGeom prst="rect">
            <a:avLst/>
          </a:prstGeom>
          <a:noFill/>
          <a:ln>
            <a:noFill/>
          </a:ln>
        </p:spPr>
        <p:txBody>
          <a:bodyPr anchorCtr="0" anchor="t" bIns="45700" lIns="91425" spcFirstLastPara="1" rIns="91425" wrap="square" tIns="45700">
            <a:noAutofit/>
          </a:bodyPr>
          <a:lstStyle>
            <a:lvl1pPr indent="-342900" lvl="0" marL="457200" algn="l">
              <a:lnSpc>
                <a:spcPct val="110000"/>
              </a:lnSpc>
              <a:spcBef>
                <a:spcPts val="700"/>
              </a:spcBef>
              <a:spcAft>
                <a:spcPts val="0"/>
              </a:spcAft>
              <a:buSzPts val="1800"/>
              <a:buChar char="•"/>
              <a:defRPr/>
            </a:lvl1pPr>
            <a:lvl2pPr indent="-342900" lvl="1" marL="914400" algn="l">
              <a:lnSpc>
                <a:spcPct val="110000"/>
              </a:lnSpc>
              <a:spcBef>
                <a:spcPts val="700"/>
              </a:spcBef>
              <a:spcAft>
                <a:spcPts val="0"/>
              </a:spcAft>
              <a:buSzPts val="1800"/>
              <a:buChar char="–"/>
              <a:defRPr/>
            </a:lvl2pPr>
            <a:lvl3pPr indent="-342900" lvl="2" marL="1371600" algn="l">
              <a:lnSpc>
                <a:spcPct val="110000"/>
              </a:lnSpc>
              <a:spcBef>
                <a:spcPts val="700"/>
              </a:spcBef>
              <a:spcAft>
                <a:spcPts val="0"/>
              </a:spcAft>
              <a:buSzPts val="1800"/>
              <a:buChar char="•"/>
              <a:defRPr/>
            </a:lvl3pPr>
            <a:lvl4pPr indent="-342900" lvl="3" marL="1828800" algn="l">
              <a:lnSpc>
                <a:spcPct val="110000"/>
              </a:lnSpc>
              <a:spcBef>
                <a:spcPts val="700"/>
              </a:spcBef>
              <a:spcAft>
                <a:spcPts val="0"/>
              </a:spcAft>
              <a:buSzPts val="1800"/>
              <a:buChar char="–"/>
              <a:defRPr/>
            </a:lvl4pPr>
            <a:lvl5pPr indent="-342900" lvl="4" marL="2286000" algn="l">
              <a:lnSpc>
                <a:spcPct val="110000"/>
              </a:lnSpc>
              <a:spcBef>
                <a:spcPts val="700"/>
              </a:spcBef>
              <a:spcAft>
                <a:spcPts val="0"/>
              </a:spcAft>
              <a:buSzPts val="1800"/>
              <a:buChar char="•"/>
              <a:defRPr/>
            </a:lvl5pPr>
            <a:lvl6pPr indent="-342900" lvl="5" marL="2743200" algn="l">
              <a:lnSpc>
                <a:spcPct val="110000"/>
              </a:lnSpc>
              <a:spcBef>
                <a:spcPts val="700"/>
              </a:spcBef>
              <a:spcAft>
                <a:spcPts val="0"/>
              </a:spcAft>
              <a:buSzPts val="1800"/>
              <a:buChar char="–"/>
              <a:defRPr/>
            </a:lvl6pPr>
            <a:lvl7pPr indent="-342900" lvl="6" marL="3200400" algn="l">
              <a:lnSpc>
                <a:spcPct val="110000"/>
              </a:lnSpc>
              <a:spcBef>
                <a:spcPts val="700"/>
              </a:spcBef>
              <a:spcAft>
                <a:spcPts val="0"/>
              </a:spcAft>
              <a:buSzPts val="1800"/>
              <a:buChar char="•"/>
              <a:defRPr/>
            </a:lvl7pPr>
            <a:lvl8pPr indent="-342900" lvl="7" marL="3657600" algn="l">
              <a:lnSpc>
                <a:spcPct val="110000"/>
              </a:lnSpc>
              <a:spcBef>
                <a:spcPts val="700"/>
              </a:spcBef>
              <a:spcAft>
                <a:spcPts val="0"/>
              </a:spcAft>
              <a:buSzPts val="1800"/>
              <a:buChar char="–"/>
              <a:defRPr/>
            </a:lvl8pPr>
            <a:lvl9pPr indent="-342900" lvl="8" marL="4114800" algn="l">
              <a:lnSpc>
                <a:spcPct val="110000"/>
              </a:lnSpc>
              <a:spcBef>
                <a:spcPts val="700"/>
              </a:spcBef>
              <a:spcAft>
                <a:spcPts val="0"/>
              </a:spcAft>
              <a:buSzPts val="1800"/>
              <a:buChar char="•"/>
              <a:defRPr/>
            </a:lvl9pPr>
          </a:lstStyle>
          <a:p/>
        </p:txBody>
      </p:sp>
      <p:sp>
        <p:nvSpPr>
          <p:cNvPr id="76" name="Google Shape;76;p67"/>
          <p:cNvSpPr txBox="1"/>
          <p:nvPr>
            <p:ph idx="2" type="body"/>
          </p:nvPr>
        </p:nvSpPr>
        <p:spPr>
          <a:xfrm>
            <a:off x="4648200" y="1600200"/>
            <a:ext cx="4038600" cy="2189163"/>
          </a:xfrm>
          <a:prstGeom prst="rect">
            <a:avLst/>
          </a:prstGeom>
          <a:noFill/>
          <a:ln>
            <a:noFill/>
          </a:ln>
        </p:spPr>
        <p:txBody>
          <a:bodyPr anchorCtr="0" anchor="t" bIns="45700" lIns="91425" spcFirstLastPara="1" rIns="91425" wrap="square" tIns="45700">
            <a:noAutofit/>
          </a:bodyPr>
          <a:lstStyle>
            <a:lvl1pPr indent="-342900" lvl="0" marL="457200" algn="l">
              <a:lnSpc>
                <a:spcPct val="110000"/>
              </a:lnSpc>
              <a:spcBef>
                <a:spcPts val="700"/>
              </a:spcBef>
              <a:spcAft>
                <a:spcPts val="0"/>
              </a:spcAft>
              <a:buSzPts val="1800"/>
              <a:buChar char="•"/>
              <a:defRPr/>
            </a:lvl1pPr>
            <a:lvl2pPr indent="-342900" lvl="1" marL="914400" algn="l">
              <a:lnSpc>
                <a:spcPct val="110000"/>
              </a:lnSpc>
              <a:spcBef>
                <a:spcPts val="700"/>
              </a:spcBef>
              <a:spcAft>
                <a:spcPts val="0"/>
              </a:spcAft>
              <a:buSzPts val="1800"/>
              <a:buChar char="–"/>
              <a:defRPr/>
            </a:lvl2pPr>
            <a:lvl3pPr indent="-342900" lvl="2" marL="1371600" algn="l">
              <a:lnSpc>
                <a:spcPct val="110000"/>
              </a:lnSpc>
              <a:spcBef>
                <a:spcPts val="700"/>
              </a:spcBef>
              <a:spcAft>
                <a:spcPts val="0"/>
              </a:spcAft>
              <a:buSzPts val="1800"/>
              <a:buChar char="•"/>
              <a:defRPr/>
            </a:lvl3pPr>
            <a:lvl4pPr indent="-342900" lvl="3" marL="1828800" algn="l">
              <a:lnSpc>
                <a:spcPct val="110000"/>
              </a:lnSpc>
              <a:spcBef>
                <a:spcPts val="700"/>
              </a:spcBef>
              <a:spcAft>
                <a:spcPts val="0"/>
              </a:spcAft>
              <a:buSzPts val="1800"/>
              <a:buChar char="–"/>
              <a:defRPr/>
            </a:lvl4pPr>
            <a:lvl5pPr indent="-342900" lvl="4" marL="2286000" algn="l">
              <a:lnSpc>
                <a:spcPct val="110000"/>
              </a:lnSpc>
              <a:spcBef>
                <a:spcPts val="700"/>
              </a:spcBef>
              <a:spcAft>
                <a:spcPts val="0"/>
              </a:spcAft>
              <a:buSzPts val="1800"/>
              <a:buChar char="•"/>
              <a:defRPr/>
            </a:lvl5pPr>
            <a:lvl6pPr indent="-342900" lvl="5" marL="2743200" algn="l">
              <a:lnSpc>
                <a:spcPct val="110000"/>
              </a:lnSpc>
              <a:spcBef>
                <a:spcPts val="700"/>
              </a:spcBef>
              <a:spcAft>
                <a:spcPts val="0"/>
              </a:spcAft>
              <a:buSzPts val="1800"/>
              <a:buChar char="–"/>
              <a:defRPr/>
            </a:lvl6pPr>
            <a:lvl7pPr indent="-342900" lvl="6" marL="3200400" algn="l">
              <a:lnSpc>
                <a:spcPct val="110000"/>
              </a:lnSpc>
              <a:spcBef>
                <a:spcPts val="700"/>
              </a:spcBef>
              <a:spcAft>
                <a:spcPts val="0"/>
              </a:spcAft>
              <a:buSzPts val="1800"/>
              <a:buChar char="•"/>
              <a:defRPr/>
            </a:lvl7pPr>
            <a:lvl8pPr indent="-342900" lvl="7" marL="3657600" algn="l">
              <a:lnSpc>
                <a:spcPct val="110000"/>
              </a:lnSpc>
              <a:spcBef>
                <a:spcPts val="700"/>
              </a:spcBef>
              <a:spcAft>
                <a:spcPts val="0"/>
              </a:spcAft>
              <a:buSzPts val="1800"/>
              <a:buChar char="–"/>
              <a:defRPr/>
            </a:lvl8pPr>
            <a:lvl9pPr indent="-342900" lvl="8" marL="4114800" algn="l">
              <a:lnSpc>
                <a:spcPct val="110000"/>
              </a:lnSpc>
              <a:spcBef>
                <a:spcPts val="700"/>
              </a:spcBef>
              <a:spcAft>
                <a:spcPts val="0"/>
              </a:spcAft>
              <a:buSzPts val="1800"/>
              <a:buChar char="•"/>
              <a:defRPr/>
            </a:lvl9pPr>
          </a:lstStyle>
          <a:p/>
        </p:txBody>
      </p:sp>
      <p:sp>
        <p:nvSpPr>
          <p:cNvPr id="77" name="Google Shape;77;p67"/>
          <p:cNvSpPr txBox="1"/>
          <p:nvPr>
            <p:ph idx="3" type="body"/>
          </p:nvPr>
        </p:nvSpPr>
        <p:spPr>
          <a:xfrm>
            <a:off x="457200" y="3941763"/>
            <a:ext cx="4038600" cy="2189162"/>
          </a:xfrm>
          <a:prstGeom prst="rect">
            <a:avLst/>
          </a:prstGeom>
          <a:noFill/>
          <a:ln>
            <a:noFill/>
          </a:ln>
        </p:spPr>
        <p:txBody>
          <a:bodyPr anchorCtr="0" anchor="t" bIns="45700" lIns="91425" spcFirstLastPara="1" rIns="91425" wrap="square" tIns="45700">
            <a:noAutofit/>
          </a:bodyPr>
          <a:lstStyle>
            <a:lvl1pPr indent="-342900" lvl="0" marL="457200" algn="l">
              <a:lnSpc>
                <a:spcPct val="110000"/>
              </a:lnSpc>
              <a:spcBef>
                <a:spcPts val="700"/>
              </a:spcBef>
              <a:spcAft>
                <a:spcPts val="0"/>
              </a:spcAft>
              <a:buSzPts val="1800"/>
              <a:buChar char="•"/>
              <a:defRPr/>
            </a:lvl1pPr>
            <a:lvl2pPr indent="-342900" lvl="1" marL="914400" algn="l">
              <a:lnSpc>
                <a:spcPct val="110000"/>
              </a:lnSpc>
              <a:spcBef>
                <a:spcPts val="700"/>
              </a:spcBef>
              <a:spcAft>
                <a:spcPts val="0"/>
              </a:spcAft>
              <a:buSzPts val="1800"/>
              <a:buChar char="–"/>
              <a:defRPr/>
            </a:lvl2pPr>
            <a:lvl3pPr indent="-342900" lvl="2" marL="1371600" algn="l">
              <a:lnSpc>
                <a:spcPct val="110000"/>
              </a:lnSpc>
              <a:spcBef>
                <a:spcPts val="700"/>
              </a:spcBef>
              <a:spcAft>
                <a:spcPts val="0"/>
              </a:spcAft>
              <a:buSzPts val="1800"/>
              <a:buChar char="•"/>
              <a:defRPr/>
            </a:lvl3pPr>
            <a:lvl4pPr indent="-342900" lvl="3" marL="1828800" algn="l">
              <a:lnSpc>
                <a:spcPct val="110000"/>
              </a:lnSpc>
              <a:spcBef>
                <a:spcPts val="700"/>
              </a:spcBef>
              <a:spcAft>
                <a:spcPts val="0"/>
              </a:spcAft>
              <a:buSzPts val="1800"/>
              <a:buChar char="–"/>
              <a:defRPr/>
            </a:lvl4pPr>
            <a:lvl5pPr indent="-342900" lvl="4" marL="2286000" algn="l">
              <a:lnSpc>
                <a:spcPct val="110000"/>
              </a:lnSpc>
              <a:spcBef>
                <a:spcPts val="700"/>
              </a:spcBef>
              <a:spcAft>
                <a:spcPts val="0"/>
              </a:spcAft>
              <a:buSzPts val="1800"/>
              <a:buChar char="•"/>
              <a:defRPr/>
            </a:lvl5pPr>
            <a:lvl6pPr indent="-342900" lvl="5" marL="2743200" algn="l">
              <a:lnSpc>
                <a:spcPct val="110000"/>
              </a:lnSpc>
              <a:spcBef>
                <a:spcPts val="700"/>
              </a:spcBef>
              <a:spcAft>
                <a:spcPts val="0"/>
              </a:spcAft>
              <a:buSzPts val="1800"/>
              <a:buChar char="–"/>
              <a:defRPr/>
            </a:lvl6pPr>
            <a:lvl7pPr indent="-342900" lvl="6" marL="3200400" algn="l">
              <a:lnSpc>
                <a:spcPct val="110000"/>
              </a:lnSpc>
              <a:spcBef>
                <a:spcPts val="700"/>
              </a:spcBef>
              <a:spcAft>
                <a:spcPts val="0"/>
              </a:spcAft>
              <a:buSzPts val="1800"/>
              <a:buChar char="•"/>
              <a:defRPr/>
            </a:lvl7pPr>
            <a:lvl8pPr indent="-342900" lvl="7" marL="3657600" algn="l">
              <a:lnSpc>
                <a:spcPct val="110000"/>
              </a:lnSpc>
              <a:spcBef>
                <a:spcPts val="700"/>
              </a:spcBef>
              <a:spcAft>
                <a:spcPts val="0"/>
              </a:spcAft>
              <a:buSzPts val="1800"/>
              <a:buChar char="–"/>
              <a:defRPr/>
            </a:lvl8pPr>
            <a:lvl9pPr indent="-342900" lvl="8" marL="4114800" algn="l">
              <a:lnSpc>
                <a:spcPct val="110000"/>
              </a:lnSpc>
              <a:spcBef>
                <a:spcPts val="700"/>
              </a:spcBef>
              <a:spcAft>
                <a:spcPts val="0"/>
              </a:spcAft>
              <a:buSzPts val="1800"/>
              <a:buChar char="•"/>
              <a:defRPr/>
            </a:lvl9pPr>
          </a:lstStyle>
          <a:p/>
        </p:txBody>
      </p:sp>
      <p:sp>
        <p:nvSpPr>
          <p:cNvPr id="78" name="Google Shape;78;p67"/>
          <p:cNvSpPr txBox="1"/>
          <p:nvPr>
            <p:ph idx="4" type="body"/>
          </p:nvPr>
        </p:nvSpPr>
        <p:spPr>
          <a:xfrm>
            <a:off x="4648200" y="3941763"/>
            <a:ext cx="4038600" cy="2189162"/>
          </a:xfrm>
          <a:prstGeom prst="rect">
            <a:avLst/>
          </a:prstGeom>
          <a:noFill/>
          <a:ln>
            <a:noFill/>
          </a:ln>
        </p:spPr>
        <p:txBody>
          <a:bodyPr anchorCtr="0" anchor="t" bIns="45700" lIns="91425" spcFirstLastPara="1" rIns="91425" wrap="square" tIns="45700">
            <a:noAutofit/>
          </a:bodyPr>
          <a:lstStyle>
            <a:lvl1pPr indent="-342900" lvl="0" marL="457200" algn="l">
              <a:lnSpc>
                <a:spcPct val="110000"/>
              </a:lnSpc>
              <a:spcBef>
                <a:spcPts val="700"/>
              </a:spcBef>
              <a:spcAft>
                <a:spcPts val="0"/>
              </a:spcAft>
              <a:buSzPts val="1800"/>
              <a:buChar char="•"/>
              <a:defRPr/>
            </a:lvl1pPr>
            <a:lvl2pPr indent="-342900" lvl="1" marL="914400" algn="l">
              <a:lnSpc>
                <a:spcPct val="110000"/>
              </a:lnSpc>
              <a:spcBef>
                <a:spcPts val="700"/>
              </a:spcBef>
              <a:spcAft>
                <a:spcPts val="0"/>
              </a:spcAft>
              <a:buSzPts val="1800"/>
              <a:buChar char="–"/>
              <a:defRPr/>
            </a:lvl2pPr>
            <a:lvl3pPr indent="-342900" lvl="2" marL="1371600" algn="l">
              <a:lnSpc>
                <a:spcPct val="110000"/>
              </a:lnSpc>
              <a:spcBef>
                <a:spcPts val="700"/>
              </a:spcBef>
              <a:spcAft>
                <a:spcPts val="0"/>
              </a:spcAft>
              <a:buSzPts val="1800"/>
              <a:buChar char="•"/>
              <a:defRPr/>
            </a:lvl3pPr>
            <a:lvl4pPr indent="-342900" lvl="3" marL="1828800" algn="l">
              <a:lnSpc>
                <a:spcPct val="110000"/>
              </a:lnSpc>
              <a:spcBef>
                <a:spcPts val="700"/>
              </a:spcBef>
              <a:spcAft>
                <a:spcPts val="0"/>
              </a:spcAft>
              <a:buSzPts val="1800"/>
              <a:buChar char="–"/>
              <a:defRPr/>
            </a:lvl4pPr>
            <a:lvl5pPr indent="-342900" lvl="4" marL="2286000" algn="l">
              <a:lnSpc>
                <a:spcPct val="110000"/>
              </a:lnSpc>
              <a:spcBef>
                <a:spcPts val="700"/>
              </a:spcBef>
              <a:spcAft>
                <a:spcPts val="0"/>
              </a:spcAft>
              <a:buSzPts val="1800"/>
              <a:buChar char="•"/>
              <a:defRPr/>
            </a:lvl5pPr>
            <a:lvl6pPr indent="-342900" lvl="5" marL="2743200" algn="l">
              <a:lnSpc>
                <a:spcPct val="110000"/>
              </a:lnSpc>
              <a:spcBef>
                <a:spcPts val="700"/>
              </a:spcBef>
              <a:spcAft>
                <a:spcPts val="0"/>
              </a:spcAft>
              <a:buSzPts val="1800"/>
              <a:buChar char="–"/>
              <a:defRPr/>
            </a:lvl6pPr>
            <a:lvl7pPr indent="-342900" lvl="6" marL="3200400" algn="l">
              <a:lnSpc>
                <a:spcPct val="110000"/>
              </a:lnSpc>
              <a:spcBef>
                <a:spcPts val="700"/>
              </a:spcBef>
              <a:spcAft>
                <a:spcPts val="0"/>
              </a:spcAft>
              <a:buSzPts val="1800"/>
              <a:buChar char="•"/>
              <a:defRPr/>
            </a:lvl7pPr>
            <a:lvl8pPr indent="-342900" lvl="7" marL="3657600" algn="l">
              <a:lnSpc>
                <a:spcPct val="110000"/>
              </a:lnSpc>
              <a:spcBef>
                <a:spcPts val="700"/>
              </a:spcBef>
              <a:spcAft>
                <a:spcPts val="0"/>
              </a:spcAft>
              <a:buSzPts val="1800"/>
              <a:buChar char="–"/>
              <a:defRPr/>
            </a:lvl8pPr>
            <a:lvl9pPr indent="-342900" lvl="8" marL="4114800" algn="l">
              <a:lnSpc>
                <a:spcPct val="110000"/>
              </a:lnSpc>
              <a:spcBef>
                <a:spcPts val="700"/>
              </a:spcBef>
              <a:spcAft>
                <a:spcPts val="0"/>
              </a:spcAft>
              <a:buSzPts val="1800"/>
              <a:buChar char="•"/>
              <a:defRPr/>
            </a:lvl9pPr>
          </a:lstStyle>
          <a:p/>
        </p:txBody>
      </p:sp>
      <p:sp>
        <p:nvSpPr>
          <p:cNvPr id="79" name="Google Shape;79;p67"/>
          <p:cNvSpPr txBox="1"/>
          <p:nvPr>
            <p:ph idx="10" type="dt"/>
          </p:nvPr>
        </p:nvSpPr>
        <p:spPr>
          <a:xfrm>
            <a:off x="457200" y="6243638"/>
            <a:ext cx="21336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67"/>
          <p:cNvSpPr txBox="1"/>
          <p:nvPr>
            <p:ph idx="11" type="ftr"/>
          </p:nvPr>
        </p:nvSpPr>
        <p:spPr>
          <a:xfrm>
            <a:off x="3124200" y="6248400"/>
            <a:ext cx="2895600" cy="4572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67"/>
          <p:cNvSpPr txBox="1"/>
          <p:nvPr>
            <p:ph idx="12" type="sldNum"/>
          </p:nvPr>
        </p:nvSpPr>
        <p:spPr>
          <a:xfrm>
            <a:off x="6553200" y="6243638"/>
            <a:ext cx="2133600" cy="457200"/>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sz="1000">
                <a:solidFill>
                  <a:srgbClr val="595959"/>
                </a:solidFill>
                <a:latin typeface="Gill Sans"/>
                <a:ea typeface="Gill Sans"/>
                <a:cs typeface="Gill Sans"/>
                <a:sym typeface="Gill Sans"/>
              </a:defRPr>
            </a:lvl1pPr>
            <a:lvl2pPr indent="0" lvl="1" marL="0" algn="r">
              <a:spcBef>
                <a:spcPts val="0"/>
              </a:spcBef>
              <a:spcAft>
                <a:spcPts val="0"/>
              </a:spcAft>
              <a:buNone/>
              <a:defRPr sz="1000">
                <a:solidFill>
                  <a:srgbClr val="595959"/>
                </a:solidFill>
                <a:latin typeface="Gill Sans"/>
                <a:ea typeface="Gill Sans"/>
                <a:cs typeface="Gill Sans"/>
                <a:sym typeface="Gill Sans"/>
              </a:defRPr>
            </a:lvl2pPr>
            <a:lvl3pPr indent="0" lvl="2" marL="0" algn="r">
              <a:spcBef>
                <a:spcPts val="0"/>
              </a:spcBef>
              <a:spcAft>
                <a:spcPts val="0"/>
              </a:spcAft>
              <a:buNone/>
              <a:defRPr sz="1000">
                <a:solidFill>
                  <a:srgbClr val="595959"/>
                </a:solidFill>
                <a:latin typeface="Gill Sans"/>
                <a:ea typeface="Gill Sans"/>
                <a:cs typeface="Gill Sans"/>
                <a:sym typeface="Gill Sans"/>
              </a:defRPr>
            </a:lvl3pPr>
            <a:lvl4pPr indent="0" lvl="3" marL="0" algn="r">
              <a:spcBef>
                <a:spcPts val="0"/>
              </a:spcBef>
              <a:spcAft>
                <a:spcPts val="0"/>
              </a:spcAft>
              <a:buNone/>
              <a:defRPr sz="1000">
                <a:solidFill>
                  <a:srgbClr val="595959"/>
                </a:solidFill>
                <a:latin typeface="Gill Sans"/>
                <a:ea typeface="Gill Sans"/>
                <a:cs typeface="Gill Sans"/>
                <a:sym typeface="Gill Sans"/>
              </a:defRPr>
            </a:lvl4pPr>
            <a:lvl5pPr indent="0" lvl="4" marL="0" algn="r">
              <a:spcBef>
                <a:spcPts val="0"/>
              </a:spcBef>
              <a:spcAft>
                <a:spcPts val="0"/>
              </a:spcAft>
              <a:buNone/>
              <a:defRPr sz="1000">
                <a:solidFill>
                  <a:srgbClr val="595959"/>
                </a:solidFill>
                <a:latin typeface="Gill Sans"/>
                <a:ea typeface="Gill Sans"/>
                <a:cs typeface="Gill Sans"/>
                <a:sym typeface="Gill Sans"/>
              </a:defRPr>
            </a:lvl5pPr>
            <a:lvl6pPr indent="0" lvl="5" marL="0" algn="r">
              <a:spcBef>
                <a:spcPts val="0"/>
              </a:spcBef>
              <a:spcAft>
                <a:spcPts val="0"/>
              </a:spcAft>
              <a:buNone/>
              <a:defRPr sz="1000">
                <a:solidFill>
                  <a:srgbClr val="595959"/>
                </a:solidFill>
                <a:latin typeface="Gill Sans"/>
                <a:ea typeface="Gill Sans"/>
                <a:cs typeface="Gill Sans"/>
                <a:sym typeface="Gill Sans"/>
              </a:defRPr>
            </a:lvl6pPr>
            <a:lvl7pPr indent="0" lvl="6" marL="0" algn="r">
              <a:spcBef>
                <a:spcPts val="0"/>
              </a:spcBef>
              <a:spcAft>
                <a:spcPts val="0"/>
              </a:spcAft>
              <a:buNone/>
              <a:defRPr sz="1000">
                <a:solidFill>
                  <a:srgbClr val="595959"/>
                </a:solidFill>
                <a:latin typeface="Gill Sans"/>
                <a:ea typeface="Gill Sans"/>
                <a:cs typeface="Gill Sans"/>
                <a:sym typeface="Gill Sans"/>
              </a:defRPr>
            </a:lvl7pPr>
            <a:lvl8pPr indent="0" lvl="7" marL="0" algn="r">
              <a:spcBef>
                <a:spcPts val="0"/>
              </a:spcBef>
              <a:spcAft>
                <a:spcPts val="0"/>
              </a:spcAft>
              <a:buNone/>
              <a:defRPr sz="1000">
                <a:solidFill>
                  <a:srgbClr val="595959"/>
                </a:solidFill>
                <a:latin typeface="Gill Sans"/>
                <a:ea typeface="Gill Sans"/>
                <a:cs typeface="Gill Sans"/>
                <a:sym typeface="Gill Sans"/>
              </a:defRPr>
            </a:lvl8pPr>
            <a:lvl9pPr indent="0" lvl="8" marL="0" algn="r">
              <a:spcBef>
                <a:spcPts val="0"/>
              </a:spcBef>
              <a:spcAft>
                <a:spcPts val="0"/>
              </a:spcAft>
              <a:buNone/>
              <a:defRPr sz="1000">
                <a:solidFill>
                  <a:srgbClr val="595959"/>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82" name="Shape 82"/>
        <p:cNvGrpSpPr/>
        <p:nvPr/>
      </p:nvGrpSpPr>
      <p:grpSpPr>
        <a:xfrm>
          <a:off x="0" y="0"/>
          <a:ext cx="0" cy="0"/>
          <a:chOff x="0" y="0"/>
          <a:chExt cx="0" cy="0"/>
        </a:xfrm>
      </p:grpSpPr>
      <p:sp>
        <p:nvSpPr>
          <p:cNvPr id="83" name="Google Shape;83;p68"/>
          <p:cNvSpPr/>
          <p:nvPr/>
        </p:nvSpPr>
        <p:spPr>
          <a:xfrm>
            <a:off x="0" y="0"/>
            <a:ext cx="2111375" cy="6858000"/>
          </a:xfrm>
          <a:custGeom>
            <a:rect b="b" l="l" r="r" t="t"/>
            <a:pathLst>
              <a:path extrusionOk="0" h="4320" w="1773">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84" name="Google Shape;84;p68"/>
          <p:cNvSpPr/>
          <p:nvPr/>
        </p:nvSpPr>
        <p:spPr>
          <a:xfrm>
            <a:off x="655638" y="0"/>
            <a:ext cx="1235075" cy="6858000"/>
          </a:xfrm>
          <a:custGeom>
            <a:rect b="b" l="l" r="r" t="t"/>
            <a:pathLst>
              <a:path extrusionOk="0" h="4320" w="1037">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Gill Sans"/>
              <a:ea typeface="Gill Sans"/>
              <a:cs typeface="Gill Sans"/>
              <a:sym typeface="Gill Sans"/>
            </a:endParaRPr>
          </a:p>
        </p:txBody>
      </p:sp>
      <p:grpSp>
        <p:nvGrpSpPr>
          <p:cNvPr id="85" name="Google Shape;85;p68"/>
          <p:cNvGrpSpPr/>
          <p:nvPr/>
        </p:nvGrpSpPr>
        <p:grpSpPr>
          <a:xfrm>
            <a:off x="0" y="0"/>
            <a:ext cx="2111375" cy="6858000"/>
            <a:chOff x="0" y="0"/>
            <a:chExt cx="2110979" cy="6858000"/>
          </a:xfrm>
        </p:grpSpPr>
        <p:sp>
          <p:nvSpPr>
            <p:cNvPr id="86" name="Google Shape;86;p68" title="left scallop shape"/>
            <p:cNvSpPr/>
            <p:nvPr/>
          </p:nvSpPr>
          <p:spPr>
            <a:xfrm>
              <a:off x="0" y="0"/>
              <a:ext cx="2110979" cy="6858000"/>
            </a:xfrm>
            <a:custGeom>
              <a:rect b="b" l="l" r="r" t="t"/>
              <a:pathLst>
                <a:path extrusionOk="0" h="4320" w="1773">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lt2"/>
            </a:solidFill>
            <a:ln>
              <a:noFill/>
            </a:ln>
          </p:spPr>
        </p:sp>
        <p:sp>
          <p:nvSpPr>
            <p:cNvPr id="87" name="Google Shape;87;p68" title="left scallop inline"/>
            <p:cNvSpPr/>
            <p:nvPr/>
          </p:nvSpPr>
          <p:spPr>
            <a:xfrm>
              <a:off x="655515" y="0"/>
              <a:ext cx="1234843" cy="6858000"/>
            </a:xfrm>
            <a:custGeom>
              <a:rect b="b" l="l" r="r" t="t"/>
              <a:pathLst>
                <a:path extrusionOk="0" h="4320" w="1037">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a:noFill/>
            </a:ln>
          </p:spPr>
        </p:sp>
      </p:grpSp>
      <p:sp>
        <p:nvSpPr>
          <p:cNvPr id="88" name="Google Shape;88;p68"/>
          <p:cNvSpPr txBox="1"/>
          <p:nvPr>
            <p:ph type="title"/>
          </p:nvPr>
        </p:nvSpPr>
        <p:spPr>
          <a:xfrm>
            <a:off x="2432197" y="1073889"/>
            <a:ext cx="6140303" cy="406462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SzPts val="1400"/>
              <a:buNone/>
              <a:defRPr sz="6300">
                <a:solidFill>
                  <a:schemeClr val="lt2"/>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89" name="Google Shape;89;p68"/>
          <p:cNvSpPr txBox="1"/>
          <p:nvPr>
            <p:ph idx="1" type="body"/>
          </p:nvPr>
        </p:nvSpPr>
        <p:spPr>
          <a:xfrm>
            <a:off x="2432198" y="5159782"/>
            <a:ext cx="5263116" cy="951135"/>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700"/>
              </a:spcBef>
              <a:spcAft>
                <a:spcPts val="0"/>
              </a:spcAft>
              <a:buSzPts val="1500"/>
              <a:buNone/>
              <a:defRPr b="1" i="0" sz="1500" cap="none">
                <a:solidFill>
                  <a:schemeClr val="accent1"/>
                </a:solidFill>
              </a:defRPr>
            </a:lvl1pPr>
            <a:lvl2pPr indent="-228600" lvl="1" marL="914400" algn="l">
              <a:lnSpc>
                <a:spcPct val="110000"/>
              </a:lnSpc>
              <a:spcBef>
                <a:spcPts val="700"/>
              </a:spcBef>
              <a:spcAft>
                <a:spcPts val="0"/>
              </a:spcAft>
              <a:buSzPts val="1500"/>
              <a:buNone/>
              <a:defRPr sz="1500">
                <a:solidFill>
                  <a:schemeClr val="lt1"/>
                </a:solidFill>
              </a:defRPr>
            </a:lvl2pPr>
            <a:lvl3pPr indent="-228600" lvl="2" marL="1371600" algn="l">
              <a:lnSpc>
                <a:spcPct val="110000"/>
              </a:lnSpc>
              <a:spcBef>
                <a:spcPts val="700"/>
              </a:spcBef>
              <a:spcAft>
                <a:spcPts val="0"/>
              </a:spcAft>
              <a:buSzPts val="1350"/>
              <a:buNone/>
              <a:defRPr sz="1350">
                <a:solidFill>
                  <a:schemeClr val="lt1"/>
                </a:solidFill>
              </a:defRPr>
            </a:lvl3pPr>
            <a:lvl4pPr indent="-228600" lvl="3" marL="1828800" algn="l">
              <a:lnSpc>
                <a:spcPct val="110000"/>
              </a:lnSpc>
              <a:spcBef>
                <a:spcPts val="700"/>
              </a:spcBef>
              <a:spcAft>
                <a:spcPts val="0"/>
              </a:spcAft>
              <a:buSzPts val="1200"/>
              <a:buNone/>
              <a:defRPr sz="1200">
                <a:solidFill>
                  <a:schemeClr val="lt1"/>
                </a:solidFill>
              </a:defRPr>
            </a:lvl4pPr>
            <a:lvl5pPr indent="-228600" lvl="4" marL="2286000" algn="l">
              <a:lnSpc>
                <a:spcPct val="110000"/>
              </a:lnSpc>
              <a:spcBef>
                <a:spcPts val="700"/>
              </a:spcBef>
              <a:spcAft>
                <a:spcPts val="0"/>
              </a:spcAft>
              <a:buSzPts val="1200"/>
              <a:buNone/>
              <a:defRPr sz="1200">
                <a:solidFill>
                  <a:schemeClr val="lt1"/>
                </a:solidFill>
              </a:defRPr>
            </a:lvl5pPr>
            <a:lvl6pPr indent="-228600" lvl="5" marL="2743200" algn="l">
              <a:lnSpc>
                <a:spcPct val="110000"/>
              </a:lnSpc>
              <a:spcBef>
                <a:spcPts val="700"/>
              </a:spcBef>
              <a:spcAft>
                <a:spcPts val="0"/>
              </a:spcAft>
              <a:buSzPts val="1200"/>
              <a:buNone/>
              <a:defRPr sz="1200">
                <a:solidFill>
                  <a:schemeClr val="lt1"/>
                </a:solidFill>
              </a:defRPr>
            </a:lvl6pPr>
            <a:lvl7pPr indent="-228600" lvl="6" marL="3200400" algn="l">
              <a:lnSpc>
                <a:spcPct val="110000"/>
              </a:lnSpc>
              <a:spcBef>
                <a:spcPts val="700"/>
              </a:spcBef>
              <a:spcAft>
                <a:spcPts val="0"/>
              </a:spcAft>
              <a:buSzPts val="1200"/>
              <a:buNone/>
              <a:defRPr sz="1200">
                <a:solidFill>
                  <a:schemeClr val="lt1"/>
                </a:solidFill>
              </a:defRPr>
            </a:lvl7pPr>
            <a:lvl8pPr indent="-228600" lvl="7" marL="3657600" algn="l">
              <a:lnSpc>
                <a:spcPct val="110000"/>
              </a:lnSpc>
              <a:spcBef>
                <a:spcPts val="700"/>
              </a:spcBef>
              <a:spcAft>
                <a:spcPts val="0"/>
              </a:spcAft>
              <a:buSzPts val="1200"/>
              <a:buNone/>
              <a:defRPr sz="1200">
                <a:solidFill>
                  <a:schemeClr val="lt1"/>
                </a:solidFill>
              </a:defRPr>
            </a:lvl8pPr>
            <a:lvl9pPr indent="-228600" lvl="8" marL="4114800" algn="l">
              <a:lnSpc>
                <a:spcPct val="110000"/>
              </a:lnSpc>
              <a:spcBef>
                <a:spcPts val="700"/>
              </a:spcBef>
              <a:spcAft>
                <a:spcPts val="0"/>
              </a:spcAft>
              <a:buSzPts val="1200"/>
              <a:buNone/>
              <a:defRPr sz="1200">
                <a:solidFill>
                  <a:schemeClr val="lt1"/>
                </a:solidFill>
              </a:defRPr>
            </a:lvl9pPr>
          </a:lstStyle>
          <a:p/>
        </p:txBody>
      </p:sp>
      <p:sp>
        <p:nvSpPr>
          <p:cNvPr id="90" name="Google Shape;90;p68"/>
          <p:cNvSpPr txBox="1"/>
          <p:nvPr>
            <p:ph idx="10" type="dt"/>
          </p:nvPr>
        </p:nvSpPr>
        <p:spPr>
          <a:xfrm>
            <a:off x="2427288" y="6375400"/>
            <a:ext cx="1120775" cy="3492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68"/>
          <p:cNvSpPr txBox="1"/>
          <p:nvPr>
            <p:ph idx="11" type="ftr"/>
          </p:nvPr>
        </p:nvSpPr>
        <p:spPr>
          <a:xfrm>
            <a:off x="3959225" y="6375400"/>
            <a:ext cx="3086100" cy="3460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68"/>
          <p:cNvSpPr txBox="1"/>
          <p:nvPr>
            <p:ph idx="12" type="sldNum"/>
          </p:nvPr>
        </p:nvSpPr>
        <p:spPr>
          <a:xfrm>
            <a:off x="7456488" y="6375400"/>
            <a:ext cx="1116012" cy="34607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sz="1000">
                <a:solidFill>
                  <a:schemeClr val="lt2"/>
                </a:solidFill>
                <a:latin typeface="Gill Sans"/>
                <a:ea typeface="Gill Sans"/>
                <a:cs typeface="Gill Sans"/>
                <a:sym typeface="Gill Sans"/>
              </a:defRPr>
            </a:lvl1pPr>
            <a:lvl2pPr indent="0" lvl="1" marL="0" algn="r">
              <a:spcBef>
                <a:spcPts val="0"/>
              </a:spcBef>
              <a:spcAft>
                <a:spcPts val="0"/>
              </a:spcAft>
              <a:buNone/>
              <a:defRPr sz="1000">
                <a:solidFill>
                  <a:schemeClr val="lt2"/>
                </a:solidFill>
                <a:latin typeface="Gill Sans"/>
                <a:ea typeface="Gill Sans"/>
                <a:cs typeface="Gill Sans"/>
                <a:sym typeface="Gill Sans"/>
              </a:defRPr>
            </a:lvl2pPr>
            <a:lvl3pPr indent="0" lvl="2" marL="0" algn="r">
              <a:spcBef>
                <a:spcPts val="0"/>
              </a:spcBef>
              <a:spcAft>
                <a:spcPts val="0"/>
              </a:spcAft>
              <a:buNone/>
              <a:defRPr sz="1000">
                <a:solidFill>
                  <a:schemeClr val="lt2"/>
                </a:solidFill>
                <a:latin typeface="Gill Sans"/>
                <a:ea typeface="Gill Sans"/>
                <a:cs typeface="Gill Sans"/>
                <a:sym typeface="Gill Sans"/>
              </a:defRPr>
            </a:lvl3pPr>
            <a:lvl4pPr indent="0" lvl="3" marL="0" algn="r">
              <a:spcBef>
                <a:spcPts val="0"/>
              </a:spcBef>
              <a:spcAft>
                <a:spcPts val="0"/>
              </a:spcAft>
              <a:buNone/>
              <a:defRPr sz="1000">
                <a:solidFill>
                  <a:schemeClr val="lt2"/>
                </a:solidFill>
                <a:latin typeface="Gill Sans"/>
                <a:ea typeface="Gill Sans"/>
                <a:cs typeface="Gill Sans"/>
                <a:sym typeface="Gill Sans"/>
              </a:defRPr>
            </a:lvl4pPr>
            <a:lvl5pPr indent="0" lvl="4" marL="0" algn="r">
              <a:spcBef>
                <a:spcPts val="0"/>
              </a:spcBef>
              <a:spcAft>
                <a:spcPts val="0"/>
              </a:spcAft>
              <a:buNone/>
              <a:defRPr sz="1000">
                <a:solidFill>
                  <a:schemeClr val="lt2"/>
                </a:solidFill>
                <a:latin typeface="Gill Sans"/>
                <a:ea typeface="Gill Sans"/>
                <a:cs typeface="Gill Sans"/>
                <a:sym typeface="Gill Sans"/>
              </a:defRPr>
            </a:lvl5pPr>
            <a:lvl6pPr indent="0" lvl="5" marL="0" algn="r">
              <a:spcBef>
                <a:spcPts val="0"/>
              </a:spcBef>
              <a:spcAft>
                <a:spcPts val="0"/>
              </a:spcAft>
              <a:buNone/>
              <a:defRPr sz="1000">
                <a:solidFill>
                  <a:schemeClr val="lt2"/>
                </a:solidFill>
                <a:latin typeface="Gill Sans"/>
                <a:ea typeface="Gill Sans"/>
                <a:cs typeface="Gill Sans"/>
                <a:sym typeface="Gill Sans"/>
              </a:defRPr>
            </a:lvl6pPr>
            <a:lvl7pPr indent="0" lvl="6" marL="0" algn="r">
              <a:spcBef>
                <a:spcPts val="0"/>
              </a:spcBef>
              <a:spcAft>
                <a:spcPts val="0"/>
              </a:spcAft>
              <a:buNone/>
              <a:defRPr sz="1000">
                <a:solidFill>
                  <a:schemeClr val="lt2"/>
                </a:solidFill>
                <a:latin typeface="Gill Sans"/>
                <a:ea typeface="Gill Sans"/>
                <a:cs typeface="Gill Sans"/>
                <a:sym typeface="Gill Sans"/>
              </a:defRPr>
            </a:lvl7pPr>
            <a:lvl8pPr indent="0" lvl="7" marL="0" algn="r">
              <a:spcBef>
                <a:spcPts val="0"/>
              </a:spcBef>
              <a:spcAft>
                <a:spcPts val="0"/>
              </a:spcAft>
              <a:buNone/>
              <a:defRPr sz="1000">
                <a:solidFill>
                  <a:schemeClr val="lt2"/>
                </a:solidFill>
                <a:latin typeface="Gill Sans"/>
                <a:ea typeface="Gill Sans"/>
                <a:cs typeface="Gill Sans"/>
                <a:sym typeface="Gill Sans"/>
              </a:defRPr>
            </a:lvl8pPr>
            <a:lvl9pPr indent="0" lvl="8" marL="0" algn="r">
              <a:spcBef>
                <a:spcPts val="0"/>
              </a:spcBef>
              <a:spcAft>
                <a:spcPts val="0"/>
              </a:spcAft>
              <a:buNone/>
              <a:defRPr sz="1000">
                <a:solidFill>
                  <a:schemeClr val="lt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93" name="Shape 93"/>
        <p:cNvGrpSpPr/>
        <p:nvPr/>
      </p:nvGrpSpPr>
      <p:grpSpPr>
        <a:xfrm>
          <a:off x="0" y="0"/>
          <a:ext cx="0" cy="0"/>
          <a:chOff x="0" y="0"/>
          <a:chExt cx="0" cy="0"/>
        </a:xfrm>
      </p:grpSpPr>
      <p:sp>
        <p:nvSpPr>
          <p:cNvPr id="94" name="Google Shape;94;p69"/>
          <p:cNvSpPr txBox="1"/>
          <p:nvPr>
            <p:ph type="title"/>
          </p:nvPr>
        </p:nvSpPr>
        <p:spPr>
          <a:xfrm>
            <a:off x="938213" y="382588"/>
            <a:ext cx="7634287" cy="149225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95" name="Google Shape;95;p69"/>
          <p:cNvSpPr txBox="1"/>
          <p:nvPr>
            <p:ph idx="1" type="body"/>
          </p:nvPr>
        </p:nvSpPr>
        <p:spPr>
          <a:xfrm>
            <a:off x="942975" y="2286000"/>
            <a:ext cx="3593592" cy="3619500"/>
          </a:xfrm>
          <a:prstGeom prst="rect">
            <a:avLst/>
          </a:prstGeom>
          <a:noFill/>
          <a:ln>
            <a:noFill/>
          </a:ln>
        </p:spPr>
        <p:txBody>
          <a:bodyPr anchorCtr="0" anchor="t" bIns="45700" lIns="91425" spcFirstLastPara="1" rIns="91425" wrap="square" tIns="45700">
            <a:noAutofit/>
          </a:bodyPr>
          <a:lstStyle>
            <a:lvl1pPr indent="-342900" lvl="0" marL="457200" algn="l">
              <a:lnSpc>
                <a:spcPct val="110000"/>
              </a:lnSpc>
              <a:spcBef>
                <a:spcPts val="700"/>
              </a:spcBef>
              <a:spcAft>
                <a:spcPts val="0"/>
              </a:spcAft>
              <a:buSzPts val="1800"/>
              <a:buChar char="•"/>
              <a:defRPr/>
            </a:lvl1pPr>
            <a:lvl2pPr indent="-342900" lvl="1" marL="914400" algn="l">
              <a:lnSpc>
                <a:spcPct val="110000"/>
              </a:lnSpc>
              <a:spcBef>
                <a:spcPts val="700"/>
              </a:spcBef>
              <a:spcAft>
                <a:spcPts val="0"/>
              </a:spcAft>
              <a:buSzPts val="1800"/>
              <a:buChar char="–"/>
              <a:defRPr/>
            </a:lvl2pPr>
            <a:lvl3pPr indent="-342900" lvl="2" marL="1371600" algn="l">
              <a:lnSpc>
                <a:spcPct val="110000"/>
              </a:lnSpc>
              <a:spcBef>
                <a:spcPts val="700"/>
              </a:spcBef>
              <a:spcAft>
                <a:spcPts val="0"/>
              </a:spcAft>
              <a:buSzPts val="1800"/>
              <a:buChar char="•"/>
              <a:defRPr/>
            </a:lvl3pPr>
            <a:lvl4pPr indent="-342900" lvl="3" marL="1828800" algn="l">
              <a:lnSpc>
                <a:spcPct val="110000"/>
              </a:lnSpc>
              <a:spcBef>
                <a:spcPts val="700"/>
              </a:spcBef>
              <a:spcAft>
                <a:spcPts val="0"/>
              </a:spcAft>
              <a:buSzPts val="1800"/>
              <a:buChar char="–"/>
              <a:defRPr/>
            </a:lvl4pPr>
            <a:lvl5pPr indent="-342900" lvl="4" marL="2286000" algn="l">
              <a:lnSpc>
                <a:spcPct val="110000"/>
              </a:lnSpc>
              <a:spcBef>
                <a:spcPts val="700"/>
              </a:spcBef>
              <a:spcAft>
                <a:spcPts val="0"/>
              </a:spcAft>
              <a:buSzPts val="1800"/>
              <a:buChar char="•"/>
              <a:defRPr/>
            </a:lvl5pPr>
            <a:lvl6pPr indent="-342900" lvl="5" marL="2743200" algn="l">
              <a:lnSpc>
                <a:spcPct val="110000"/>
              </a:lnSpc>
              <a:spcBef>
                <a:spcPts val="700"/>
              </a:spcBef>
              <a:spcAft>
                <a:spcPts val="0"/>
              </a:spcAft>
              <a:buSzPts val="1800"/>
              <a:buChar char="–"/>
              <a:defRPr/>
            </a:lvl6pPr>
            <a:lvl7pPr indent="-342900" lvl="6" marL="3200400" algn="l">
              <a:lnSpc>
                <a:spcPct val="110000"/>
              </a:lnSpc>
              <a:spcBef>
                <a:spcPts val="700"/>
              </a:spcBef>
              <a:spcAft>
                <a:spcPts val="0"/>
              </a:spcAft>
              <a:buSzPts val="1800"/>
              <a:buChar char="•"/>
              <a:defRPr/>
            </a:lvl7pPr>
            <a:lvl8pPr indent="-342900" lvl="7" marL="3657600" algn="l">
              <a:lnSpc>
                <a:spcPct val="110000"/>
              </a:lnSpc>
              <a:spcBef>
                <a:spcPts val="700"/>
              </a:spcBef>
              <a:spcAft>
                <a:spcPts val="0"/>
              </a:spcAft>
              <a:buSzPts val="1800"/>
              <a:buChar char="–"/>
              <a:defRPr/>
            </a:lvl8pPr>
            <a:lvl9pPr indent="-342900" lvl="8" marL="4114800" algn="l">
              <a:lnSpc>
                <a:spcPct val="110000"/>
              </a:lnSpc>
              <a:spcBef>
                <a:spcPts val="700"/>
              </a:spcBef>
              <a:spcAft>
                <a:spcPts val="0"/>
              </a:spcAft>
              <a:buSzPts val="1800"/>
              <a:buChar char="•"/>
              <a:defRPr/>
            </a:lvl9pPr>
          </a:lstStyle>
          <a:p/>
        </p:txBody>
      </p:sp>
      <p:sp>
        <p:nvSpPr>
          <p:cNvPr id="96" name="Google Shape;96;p69"/>
          <p:cNvSpPr txBox="1"/>
          <p:nvPr>
            <p:ph idx="2" type="body"/>
          </p:nvPr>
        </p:nvSpPr>
        <p:spPr>
          <a:xfrm>
            <a:off x="4985846" y="2286000"/>
            <a:ext cx="3593592" cy="3619500"/>
          </a:xfrm>
          <a:prstGeom prst="rect">
            <a:avLst/>
          </a:prstGeom>
          <a:noFill/>
          <a:ln>
            <a:noFill/>
          </a:ln>
        </p:spPr>
        <p:txBody>
          <a:bodyPr anchorCtr="0" anchor="t" bIns="45700" lIns="91425" spcFirstLastPara="1" rIns="91425" wrap="square" tIns="45700">
            <a:noAutofit/>
          </a:bodyPr>
          <a:lstStyle>
            <a:lvl1pPr indent="-342900" lvl="0" marL="457200" algn="l">
              <a:lnSpc>
                <a:spcPct val="110000"/>
              </a:lnSpc>
              <a:spcBef>
                <a:spcPts val="700"/>
              </a:spcBef>
              <a:spcAft>
                <a:spcPts val="0"/>
              </a:spcAft>
              <a:buSzPts val="1800"/>
              <a:buChar char="•"/>
              <a:defRPr/>
            </a:lvl1pPr>
            <a:lvl2pPr indent="-342900" lvl="1" marL="914400" algn="l">
              <a:lnSpc>
                <a:spcPct val="110000"/>
              </a:lnSpc>
              <a:spcBef>
                <a:spcPts val="700"/>
              </a:spcBef>
              <a:spcAft>
                <a:spcPts val="0"/>
              </a:spcAft>
              <a:buSzPts val="1800"/>
              <a:buChar char="–"/>
              <a:defRPr/>
            </a:lvl2pPr>
            <a:lvl3pPr indent="-342900" lvl="2" marL="1371600" algn="l">
              <a:lnSpc>
                <a:spcPct val="110000"/>
              </a:lnSpc>
              <a:spcBef>
                <a:spcPts val="700"/>
              </a:spcBef>
              <a:spcAft>
                <a:spcPts val="0"/>
              </a:spcAft>
              <a:buSzPts val="1800"/>
              <a:buChar char="•"/>
              <a:defRPr/>
            </a:lvl3pPr>
            <a:lvl4pPr indent="-342900" lvl="3" marL="1828800" algn="l">
              <a:lnSpc>
                <a:spcPct val="110000"/>
              </a:lnSpc>
              <a:spcBef>
                <a:spcPts val="700"/>
              </a:spcBef>
              <a:spcAft>
                <a:spcPts val="0"/>
              </a:spcAft>
              <a:buSzPts val="1800"/>
              <a:buChar char="–"/>
              <a:defRPr/>
            </a:lvl4pPr>
            <a:lvl5pPr indent="-342900" lvl="4" marL="2286000" algn="l">
              <a:lnSpc>
                <a:spcPct val="110000"/>
              </a:lnSpc>
              <a:spcBef>
                <a:spcPts val="700"/>
              </a:spcBef>
              <a:spcAft>
                <a:spcPts val="0"/>
              </a:spcAft>
              <a:buSzPts val="1800"/>
              <a:buChar char="•"/>
              <a:defRPr/>
            </a:lvl5pPr>
            <a:lvl6pPr indent="-342900" lvl="5" marL="2743200" algn="l">
              <a:lnSpc>
                <a:spcPct val="110000"/>
              </a:lnSpc>
              <a:spcBef>
                <a:spcPts val="700"/>
              </a:spcBef>
              <a:spcAft>
                <a:spcPts val="0"/>
              </a:spcAft>
              <a:buSzPts val="1800"/>
              <a:buChar char="–"/>
              <a:defRPr/>
            </a:lvl6pPr>
            <a:lvl7pPr indent="-342900" lvl="6" marL="3200400" algn="l">
              <a:lnSpc>
                <a:spcPct val="110000"/>
              </a:lnSpc>
              <a:spcBef>
                <a:spcPts val="700"/>
              </a:spcBef>
              <a:spcAft>
                <a:spcPts val="0"/>
              </a:spcAft>
              <a:buSzPts val="1800"/>
              <a:buChar char="•"/>
              <a:defRPr/>
            </a:lvl7pPr>
            <a:lvl8pPr indent="-342900" lvl="7" marL="3657600" algn="l">
              <a:lnSpc>
                <a:spcPct val="110000"/>
              </a:lnSpc>
              <a:spcBef>
                <a:spcPts val="700"/>
              </a:spcBef>
              <a:spcAft>
                <a:spcPts val="0"/>
              </a:spcAft>
              <a:buSzPts val="1800"/>
              <a:buChar char="–"/>
              <a:defRPr/>
            </a:lvl8pPr>
            <a:lvl9pPr indent="-342900" lvl="8" marL="4114800" algn="l">
              <a:lnSpc>
                <a:spcPct val="110000"/>
              </a:lnSpc>
              <a:spcBef>
                <a:spcPts val="700"/>
              </a:spcBef>
              <a:spcAft>
                <a:spcPts val="0"/>
              </a:spcAft>
              <a:buSzPts val="1800"/>
              <a:buChar char="•"/>
              <a:defRPr/>
            </a:lvl9pPr>
          </a:lstStyle>
          <a:p/>
        </p:txBody>
      </p:sp>
      <p:sp>
        <p:nvSpPr>
          <p:cNvPr id="97" name="Google Shape;97;p69"/>
          <p:cNvSpPr txBox="1"/>
          <p:nvPr>
            <p:ph idx="10" type="dt"/>
          </p:nvPr>
        </p:nvSpPr>
        <p:spPr>
          <a:xfrm>
            <a:off x="938213" y="6375400"/>
            <a:ext cx="1747837" cy="3492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69"/>
          <p:cNvSpPr txBox="1"/>
          <p:nvPr>
            <p:ph idx="11" type="ftr"/>
          </p:nvPr>
        </p:nvSpPr>
        <p:spPr>
          <a:xfrm>
            <a:off x="3028950" y="6375400"/>
            <a:ext cx="3086100" cy="3460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69"/>
          <p:cNvSpPr txBox="1"/>
          <p:nvPr>
            <p:ph idx="12" type="sldNum"/>
          </p:nvPr>
        </p:nvSpPr>
        <p:spPr>
          <a:xfrm>
            <a:off x="6457950" y="6375400"/>
            <a:ext cx="2114550" cy="34607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sz="1000">
                <a:solidFill>
                  <a:srgbClr val="595959"/>
                </a:solidFill>
                <a:latin typeface="Gill Sans"/>
                <a:ea typeface="Gill Sans"/>
                <a:cs typeface="Gill Sans"/>
                <a:sym typeface="Gill Sans"/>
              </a:defRPr>
            </a:lvl1pPr>
            <a:lvl2pPr indent="0" lvl="1" marL="0" algn="r">
              <a:spcBef>
                <a:spcPts val="0"/>
              </a:spcBef>
              <a:spcAft>
                <a:spcPts val="0"/>
              </a:spcAft>
              <a:buNone/>
              <a:defRPr sz="1000">
                <a:solidFill>
                  <a:srgbClr val="595959"/>
                </a:solidFill>
                <a:latin typeface="Gill Sans"/>
                <a:ea typeface="Gill Sans"/>
                <a:cs typeface="Gill Sans"/>
                <a:sym typeface="Gill Sans"/>
              </a:defRPr>
            </a:lvl2pPr>
            <a:lvl3pPr indent="0" lvl="2" marL="0" algn="r">
              <a:spcBef>
                <a:spcPts val="0"/>
              </a:spcBef>
              <a:spcAft>
                <a:spcPts val="0"/>
              </a:spcAft>
              <a:buNone/>
              <a:defRPr sz="1000">
                <a:solidFill>
                  <a:srgbClr val="595959"/>
                </a:solidFill>
                <a:latin typeface="Gill Sans"/>
                <a:ea typeface="Gill Sans"/>
                <a:cs typeface="Gill Sans"/>
                <a:sym typeface="Gill Sans"/>
              </a:defRPr>
            </a:lvl3pPr>
            <a:lvl4pPr indent="0" lvl="3" marL="0" algn="r">
              <a:spcBef>
                <a:spcPts val="0"/>
              </a:spcBef>
              <a:spcAft>
                <a:spcPts val="0"/>
              </a:spcAft>
              <a:buNone/>
              <a:defRPr sz="1000">
                <a:solidFill>
                  <a:srgbClr val="595959"/>
                </a:solidFill>
                <a:latin typeface="Gill Sans"/>
                <a:ea typeface="Gill Sans"/>
                <a:cs typeface="Gill Sans"/>
                <a:sym typeface="Gill Sans"/>
              </a:defRPr>
            </a:lvl4pPr>
            <a:lvl5pPr indent="0" lvl="4" marL="0" algn="r">
              <a:spcBef>
                <a:spcPts val="0"/>
              </a:spcBef>
              <a:spcAft>
                <a:spcPts val="0"/>
              </a:spcAft>
              <a:buNone/>
              <a:defRPr sz="1000">
                <a:solidFill>
                  <a:srgbClr val="595959"/>
                </a:solidFill>
                <a:latin typeface="Gill Sans"/>
                <a:ea typeface="Gill Sans"/>
                <a:cs typeface="Gill Sans"/>
                <a:sym typeface="Gill Sans"/>
              </a:defRPr>
            </a:lvl5pPr>
            <a:lvl6pPr indent="0" lvl="5" marL="0" algn="r">
              <a:spcBef>
                <a:spcPts val="0"/>
              </a:spcBef>
              <a:spcAft>
                <a:spcPts val="0"/>
              </a:spcAft>
              <a:buNone/>
              <a:defRPr sz="1000">
                <a:solidFill>
                  <a:srgbClr val="595959"/>
                </a:solidFill>
                <a:latin typeface="Gill Sans"/>
                <a:ea typeface="Gill Sans"/>
                <a:cs typeface="Gill Sans"/>
                <a:sym typeface="Gill Sans"/>
              </a:defRPr>
            </a:lvl6pPr>
            <a:lvl7pPr indent="0" lvl="6" marL="0" algn="r">
              <a:spcBef>
                <a:spcPts val="0"/>
              </a:spcBef>
              <a:spcAft>
                <a:spcPts val="0"/>
              </a:spcAft>
              <a:buNone/>
              <a:defRPr sz="1000">
                <a:solidFill>
                  <a:srgbClr val="595959"/>
                </a:solidFill>
                <a:latin typeface="Gill Sans"/>
                <a:ea typeface="Gill Sans"/>
                <a:cs typeface="Gill Sans"/>
                <a:sym typeface="Gill Sans"/>
              </a:defRPr>
            </a:lvl7pPr>
            <a:lvl8pPr indent="0" lvl="7" marL="0" algn="r">
              <a:spcBef>
                <a:spcPts val="0"/>
              </a:spcBef>
              <a:spcAft>
                <a:spcPts val="0"/>
              </a:spcAft>
              <a:buNone/>
              <a:defRPr sz="1000">
                <a:solidFill>
                  <a:srgbClr val="595959"/>
                </a:solidFill>
                <a:latin typeface="Gill Sans"/>
                <a:ea typeface="Gill Sans"/>
                <a:cs typeface="Gill Sans"/>
                <a:sym typeface="Gill Sans"/>
              </a:defRPr>
            </a:lvl8pPr>
            <a:lvl9pPr indent="0" lvl="8" marL="0" algn="r">
              <a:spcBef>
                <a:spcPts val="0"/>
              </a:spcBef>
              <a:spcAft>
                <a:spcPts val="0"/>
              </a:spcAft>
              <a:buNone/>
              <a:defRPr sz="1000">
                <a:solidFill>
                  <a:srgbClr val="595959"/>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00" name="Shape 100"/>
        <p:cNvGrpSpPr/>
        <p:nvPr/>
      </p:nvGrpSpPr>
      <p:grpSpPr>
        <a:xfrm>
          <a:off x="0" y="0"/>
          <a:ext cx="0" cy="0"/>
          <a:chOff x="0" y="0"/>
          <a:chExt cx="0" cy="0"/>
        </a:xfrm>
      </p:grpSpPr>
      <p:sp>
        <p:nvSpPr>
          <p:cNvPr id="101" name="Google Shape;101;p70"/>
          <p:cNvSpPr txBox="1"/>
          <p:nvPr>
            <p:ph type="title"/>
          </p:nvPr>
        </p:nvSpPr>
        <p:spPr>
          <a:xfrm>
            <a:off x="942975" y="381001"/>
            <a:ext cx="7629525" cy="1493517"/>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02" name="Google Shape;102;p70"/>
          <p:cNvSpPr txBox="1"/>
          <p:nvPr>
            <p:ph idx="1" type="body"/>
          </p:nvPr>
        </p:nvSpPr>
        <p:spPr>
          <a:xfrm>
            <a:off x="941832" y="2199634"/>
            <a:ext cx="3611880" cy="632529"/>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700"/>
              </a:spcBef>
              <a:spcAft>
                <a:spcPts val="0"/>
              </a:spcAft>
              <a:buSzPts val="1800"/>
              <a:buNone/>
              <a:defRPr b="1" sz="1800" cap="none">
                <a:solidFill>
                  <a:schemeClr val="dk2"/>
                </a:solidFill>
              </a:defRPr>
            </a:lvl1pPr>
            <a:lvl2pPr indent="-228600" lvl="1" marL="914400" algn="l">
              <a:lnSpc>
                <a:spcPct val="110000"/>
              </a:lnSpc>
              <a:spcBef>
                <a:spcPts val="700"/>
              </a:spcBef>
              <a:spcAft>
                <a:spcPts val="0"/>
              </a:spcAft>
              <a:buSzPts val="1500"/>
              <a:buNone/>
              <a:defRPr b="1" sz="1500"/>
            </a:lvl2pPr>
            <a:lvl3pPr indent="-228600" lvl="2" marL="1371600" algn="l">
              <a:lnSpc>
                <a:spcPct val="110000"/>
              </a:lnSpc>
              <a:spcBef>
                <a:spcPts val="700"/>
              </a:spcBef>
              <a:spcAft>
                <a:spcPts val="0"/>
              </a:spcAft>
              <a:buSzPts val="1350"/>
              <a:buNone/>
              <a:defRPr b="1" sz="1350"/>
            </a:lvl3pPr>
            <a:lvl4pPr indent="-228600" lvl="3" marL="1828800" algn="l">
              <a:lnSpc>
                <a:spcPct val="110000"/>
              </a:lnSpc>
              <a:spcBef>
                <a:spcPts val="700"/>
              </a:spcBef>
              <a:spcAft>
                <a:spcPts val="0"/>
              </a:spcAft>
              <a:buSzPts val="1200"/>
              <a:buNone/>
              <a:defRPr b="1" sz="1200"/>
            </a:lvl4pPr>
            <a:lvl5pPr indent="-228600" lvl="4" marL="2286000" algn="l">
              <a:lnSpc>
                <a:spcPct val="110000"/>
              </a:lnSpc>
              <a:spcBef>
                <a:spcPts val="700"/>
              </a:spcBef>
              <a:spcAft>
                <a:spcPts val="0"/>
              </a:spcAft>
              <a:buSzPts val="1200"/>
              <a:buNone/>
              <a:defRPr b="1" sz="1200"/>
            </a:lvl5pPr>
            <a:lvl6pPr indent="-228600" lvl="5" marL="2743200" algn="l">
              <a:lnSpc>
                <a:spcPct val="110000"/>
              </a:lnSpc>
              <a:spcBef>
                <a:spcPts val="700"/>
              </a:spcBef>
              <a:spcAft>
                <a:spcPts val="0"/>
              </a:spcAft>
              <a:buSzPts val="1200"/>
              <a:buNone/>
              <a:defRPr b="1" sz="1200"/>
            </a:lvl6pPr>
            <a:lvl7pPr indent="-228600" lvl="6" marL="3200400" algn="l">
              <a:lnSpc>
                <a:spcPct val="110000"/>
              </a:lnSpc>
              <a:spcBef>
                <a:spcPts val="700"/>
              </a:spcBef>
              <a:spcAft>
                <a:spcPts val="0"/>
              </a:spcAft>
              <a:buSzPts val="1200"/>
              <a:buNone/>
              <a:defRPr b="1" sz="1200"/>
            </a:lvl7pPr>
            <a:lvl8pPr indent="-228600" lvl="7" marL="3657600" algn="l">
              <a:lnSpc>
                <a:spcPct val="110000"/>
              </a:lnSpc>
              <a:spcBef>
                <a:spcPts val="700"/>
              </a:spcBef>
              <a:spcAft>
                <a:spcPts val="0"/>
              </a:spcAft>
              <a:buSzPts val="1200"/>
              <a:buNone/>
              <a:defRPr b="1" sz="1200"/>
            </a:lvl8pPr>
            <a:lvl9pPr indent="-228600" lvl="8" marL="4114800" algn="l">
              <a:lnSpc>
                <a:spcPct val="110000"/>
              </a:lnSpc>
              <a:spcBef>
                <a:spcPts val="700"/>
              </a:spcBef>
              <a:spcAft>
                <a:spcPts val="0"/>
              </a:spcAft>
              <a:buSzPts val="1200"/>
              <a:buNone/>
              <a:defRPr b="1" sz="1200"/>
            </a:lvl9pPr>
          </a:lstStyle>
          <a:p/>
        </p:txBody>
      </p:sp>
      <p:sp>
        <p:nvSpPr>
          <p:cNvPr id="103" name="Google Shape;103;p70"/>
          <p:cNvSpPr txBox="1"/>
          <p:nvPr>
            <p:ph idx="2" type="body"/>
          </p:nvPr>
        </p:nvSpPr>
        <p:spPr>
          <a:xfrm>
            <a:off x="941832" y="2909102"/>
            <a:ext cx="3611880" cy="2996398"/>
          </a:xfrm>
          <a:prstGeom prst="rect">
            <a:avLst/>
          </a:prstGeom>
          <a:noFill/>
          <a:ln>
            <a:noFill/>
          </a:ln>
        </p:spPr>
        <p:txBody>
          <a:bodyPr anchorCtr="0" anchor="t" bIns="45700" lIns="91425" spcFirstLastPara="1" rIns="91425" wrap="square" tIns="45700">
            <a:noAutofit/>
          </a:bodyPr>
          <a:lstStyle>
            <a:lvl1pPr indent="-342900" lvl="0" marL="457200" algn="l">
              <a:lnSpc>
                <a:spcPct val="110000"/>
              </a:lnSpc>
              <a:spcBef>
                <a:spcPts val="700"/>
              </a:spcBef>
              <a:spcAft>
                <a:spcPts val="0"/>
              </a:spcAft>
              <a:buSzPts val="1800"/>
              <a:buChar char="•"/>
              <a:defRPr/>
            </a:lvl1pPr>
            <a:lvl2pPr indent="-342900" lvl="1" marL="914400" algn="l">
              <a:lnSpc>
                <a:spcPct val="110000"/>
              </a:lnSpc>
              <a:spcBef>
                <a:spcPts val="700"/>
              </a:spcBef>
              <a:spcAft>
                <a:spcPts val="0"/>
              </a:spcAft>
              <a:buSzPts val="1800"/>
              <a:buChar char="–"/>
              <a:defRPr/>
            </a:lvl2pPr>
            <a:lvl3pPr indent="-342900" lvl="2" marL="1371600" algn="l">
              <a:lnSpc>
                <a:spcPct val="110000"/>
              </a:lnSpc>
              <a:spcBef>
                <a:spcPts val="700"/>
              </a:spcBef>
              <a:spcAft>
                <a:spcPts val="0"/>
              </a:spcAft>
              <a:buSzPts val="1800"/>
              <a:buChar char="•"/>
              <a:defRPr/>
            </a:lvl3pPr>
            <a:lvl4pPr indent="-342900" lvl="3" marL="1828800" algn="l">
              <a:lnSpc>
                <a:spcPct val="110000"/>
              </a:lnSpc>
              <a:spcBef>
                <a:spcPts val="700"/>
              </a:spcBef>
              <a:spcAft>
                <a:spcPts val="0"/>
              </a:spcAft>
              <a:buSzPts val="1800"/>
              <a:buChar char="–"/>
              <a:defRPr/>
            </a:lvl4pPr>
            <a:lvl5pPr indent="-342900" lvl="4" marL="2286000" algn="l">
              <a:lnSpc>
                <a:spcPct val="110000"/>
              </a:lnSpc>
              <a:spcBef>
                <a:spcPts val="700"/>
              </a:spcBef>
              <a:spcAft>
                <a:spcPts val="0"/>
              </a:spcAft>
              <a:buSzPts val="1800"/>
              <a:buChar char="•"/>
              <a:defRPr/>
            </a:lvl5pPr>
            <a:lvl6pPr indent="-342900" lvl="5" marL="2743200" algn="l">
              <a:lnSpc>
                <a:spcPct val="110000"/>
              </a:lnSpc>
              <a:spcBef>
                <a:spcPts val="700"/>
              </a:spcBef>
              <a:spcAft>
                <a:spcPts val="0"/>
              </a:spcAft>
              <a:buSzPts val="1800"/>
              <a:buChar char="–"/>
              <a:defRPr/>
            </a:lvl6pPr>
            <a:lvl7pPr indent="-342900" lvl="6" marL="3200400" algn="l">
              <a:lnSpc>
                <a:spcPct val="110000"/>
              </a:lnSpc>
              <a:spcBef>
                <a:spcPts val="700"/>
              </a:spcBef>
              <a:spcAft>
                <a:spcPts val="0"/>
              </a:spcAft>
              <a:buSzPts val="1800"/>
              <a:buChar char="•"/>
              <a:defRPr/>
            </a:lvl7pPr>
            <a:lvl8pPr indent="-342900" lvl="7" marL="3657600" algn="l">
              <a:lnSpc>
                <a:spcPct val="110000"/>
              </a:lnSpc>
              <a:spcBef>
                <a:spcPts val="700"/>
              </a:spcBef>
              <a:spcAft>
                <a:spcPts val="0"/>
              </a:spcAft>
              <a:buSzPts val="1800"/>
              <a:buChar char="–"/>
              <a:defRPr/>
            </a:lvl8pPr>
            <a:lvl9pPr indent="-342900" lvl="8" marL="4114800" algn="l">
              <a:lnSpc>
                <a:spcPct val="110000"/>
              </a:lnSpc>
              <a:spcBef>
                <a:spcPts val="700"/>
              </a:spcBef>
              <a:spcAft>
                <a:spcPts val="0"/>
              </a:spcAft>
              <a:buSzPts val="1800"/>
              <a:buChar char="•"/>
              <a:defRPr/>
            </a:lvl9pPr>
          </a:lstStyle>
          <a:p/>
        </p:txBody>
      </p:sp>
      <p:sp>
        <p:nvSpPr>
          <p:cNvPr id="104" name="Google Shape;104;p70"/>
          <p:cNvSpPr txBox="1"/>
          <p:nvPr>
            <p:ph idx="3" type="body"/>
          </p:nvPr>
        </p:nvSpPr>
        <p:spPr>
          <a:xfrm>
            <a:off x="4975398" y="2199634"/>
            <a:ext cx="3611880" cy="632529"/>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700"/>
              </a:spcBef>
              <a:spcAft>
                <a:spcPts val="0"/>
              </a:spcAft>
              <a:buSzPts val="1800"/>
              <a:buNone/>
              <a:defRPr b="1" sz="1800" cap="none">
                <a:solidFill>
                  <a:schemeClr val="dk2"/>
                </a:solidFill>
              </a:defRPr>
            </a:lvl1pPr>
            <a:lvl2pPr indent="-228600" lvl="1" marL="914400" algn="l">
              <a:lnSpc>
                <a:spcPct val="110000"/>
              </a:lnSpc>
              <a:spcBef>
                <a:spcPts val="700"/>
              </a:spcBef>
              <a:spcAft>
                <a:spcPts val="0"/>
              </a:spcAft>
              <a:buSzPts val="1500"/>
              <a:buNone/>
              <a:defRPr b="1" sz="1500"/>
            </a:lvl2pPr>
            <a:lvl3pPr indent="-228600" lvl="2" marL="1371600" algn="l">
              <a:lnSpc>
                <a:spcPct val="110000"/>
              </a:lnSpc>
              <a:spcBef>
                <a:spcPts val="700"/>
              </a:spcBef>
              <a:spcAft>
                <a:spcPts val="0"/>
              </a:spcAft>
              <a:buSzPts val="1350"/>
              <a:buNone/>
              <a:defRPr b="1" sz="1350"/>
            </a:lvl3pPr>
            <a:lvl4pPr indent="-228600" lvl="3" marL="1828800" algn="l">
              <a:lnSpc>
                <a:spcPct val="110000"/>
              </a:lnSpc>
              <a:spcBef>
                <a:spcPts val="700"/>
              </a:spcBef>
              <a:spcAft>
                <a:spcPts val="0"/>
              </a:spcAft>
              <a:buSzPts val="1200"/>
              <a:buNone/>
              <a:defRPr b="1" sz="1200"/>
            </a:lvl4pPr>
            <a:lvl5pPr indent="-228600" lvl="4" marL="2286000" algn="l">
              <a:lnSpc>
                <a:spcPct val="110000"/>
              </a:lnSpc>
              <a:spcBef>
                <a:spcPts val="700"/>
              </a:spcBef>
              <a:spcAft>
                <a:spcPts val="0"/>
              </a:spcAft>
              <a:buSzPts val="1200"/>
              <a:buNone/>
              <a:defRPr b="1" sz="1200"/>
            </a:lvl5pPr>
            <a:lvl6pPr indent="-228600" lvl="5" marL="2743200" algn="l">
              <a:lnSpc>
                <a:spcPct val="110000"/>
              </a:lnSpc>
              <a:spcBef>
                <a:spcPts val="700"/>
              </a:spcBef>
              <a:spcAft>
                <a:spcPts val="0"/>
              </a:spcAft>
              <a:buSzPts val="1200"/>
              <a:buNone/>
              <a:defRPr b="1" sz="1200"/>
            </a:lvl6pPr>
            <a:lvl7pPr indent="-228600" lvl="6" marL="3200400" algn="l">
              <a:lnSpc>
                <a:spcPct val="110000"/>
              </a:lnSpc>
              <a:spcBef>
                <a:spcPts val="700"/>
              </a:spcBef>
              <a:spcAft>
                <a:spcPts val="0"/>
              </a:spcAft>
              <a:buSzPts val="1200"/>
              <a:buNone/>
              <a:defRPr b="1" sz="1200"/>
            </a:lvl7pPr>
            <a:lvl8pPr indent="-228600" lvl="7" marL="3657600" algn="l">
              <a:lnSpc>
                <a:spcPct val="110000"/>
              </a:lnSpc>
              <a:spcBef>
                <a:spcPts val="700"/>
              </a:spcBef>
              <a:spcAft>
                <a:spcPts val="0"/>
              </a:spcAft>
              <a:buSzPts val="1200"/>
              <a:buNone/>
              <a:defRPr b="1" sz="1200"/>
            </a:lvl8pPr>
            <a:lvl9pPr indent="-228600" lvl="8" marL="4114800" algn="l">
              <a:lnSpc>
                <a:spcPct val="110000"/>
              </a:lnSpc>
              <a:spcBef>
                <a:spcPts val="700"/>
              </a:spcBef>
              <a:spcAft>
                <a:spcPts val="0"/>
              </a:spcAft>
              <a:buSzPts val="1200"/>
              <a:buNone/>
              <a:defRPr b="1" sz="1200"/>
            </a:lvl9pPr>
          </a:lstStyle>
          <a:p/>
        </p:txBody>
      </p:sp>
      <p:sp>
        <p:nvSpPr>
          <p:cNvPr id="105" name="Google Shape;105;p70"/>
          <p:cNvSpPr txBox="1"/>
          <p:nvPr>
            <p:ph idx="4" type="body"/>
          </p:nvPr>
        </p:nvSpPr>
        <p:spPr>
          <a:xfrm>
            <a:off x="4975398" y="2909102"/>
            <a:ext cx="3611880" cy="2996398"/>
          </a:xfrm>
          <a:prstGeom prst="rect">
            <a:avLst/>
          </a:prstGeom>
          <a:noFill/>
          <a:ln>
            <a:noFill/>
          </a:ln>
        </p:spPr>
        <p:txBody>
          <a:bodyPr anchorCtr="0" anchor="t" bIns="45700" lIns="91425" spcFirstLastPara="1" rIns="91425" wrap="square" tIns="45700">
            <a:noAutofit/>
          </a:bodyPr>
          <a:lstStyle>
            <a:lvl1pPr indent="-342900" lvl="0" marL="457200" algn="l">
              <a:lnSpc>
                <a:spcPct val="110000"/>
              </a:lnSpc>
              <a:spcBef>
                <a:spcPts val="700"/>
              </a:spcBef>
              <a:spcAft>
                <a:spcPts val="0"/>
              </a:spcAft>
              <a:buSzPts val="1800"/>
              <a:buChar char="•"/>
              <a:defRPr/>
            </a:lvl1pPr>
            <a:lvl2pPr indent="-342900" lvl="1" marL="914400" algn="l">
              <a:lnSpc>
                <a:spcPct val="110000"/>
              </a:lnSpc>
              <a:spcBef>
                <a:spcPts val="700"/>
              </a:spcBef>
              <a:spcAft>
                <a:spcPts val="0"/>
              </a:spcAft>
              <a:buSzPts val="1800"/>
              <a:buChar char="–"/>
              <a:defRPr/>
            </a:lvl2pPr>
            <a:lvl3pPr indent="-342900" lvl="2" marL="1371600" algn="l">
              <a:lnSpc>
                <a:spcPct val="110000"/>
              </a:lnSpc>
              <a:spcBef>
                <a:spcPts val="700"/>
              </a:spcBef>
              <a:spcAft>
                <a:spcPts val="0"/>
              </a:spcAft>
              <a:buSzPts val="1800"/>
              <a:buChar char="•"/>
              <a:defRPr/>
            </a:lvl3pPr>
            <a:lvl4pPr indent="-342900" lvl="3" marL="1828800" algn="l">
              <a:lnSpc>
                <a:spcPct val="110000"/>
              </a:lnSpc>
              <a:spcBef>
                <a:spcPts val="700"/>
              </a:spcBef>
              <a:spcAft>
                <a:spcPts val="0"/>
              </a:spcAft>
              <a:buSzPts val="1800"/>
              <a:buChar char="–"/>
              <a:defRPr/>
            </a:lvl4pPr>
            <a:lvl5pPr indent="-342900" lvl="4" marL="2286000" algn="l">
              <a:lnSpc>
                <a:spcPct val="110000"/>
              </a:lnSpc>
              <a:spcBef>
                <a:spcPts val="700"/>
              </a:spcBef>
              <a:spcAft>
                <a:spcPts val="0"/>
              </a:spcAft>
              <a:buSzPts val="1800"/>
              <a:buChar char="•"/>
              <a:defRPr/>
            </a:lvl5pPr>
            <a:lvl6pPr indent="-342900" lvl="5" marL="2743200" algn="l">
              <a:lnSpc>
                <a:spcPct val="110000"/>
              </a:lnSpc>
              <a:spcBef>
                <a:spcPts val="700"/>
              </a:spcBef>
              <a:spcAft>
                <a:spcPts val="0"/>
              </a:spcAft>
              <a:buSzPts val="1800"/>
              <a:buChar char="–"/>
              <a:defRPr/>
            </a:lvl6pPr>
            <a:lvl7pPr indent="-342900" lvl="6" marL="3200400" algn="l">
              <a:lnSpc>
                <a:spcPct val="110000"/>
              </a:lnSpc>
              <a:spcBef>
                <a:spcPts val="700"/>
              </a:spcBef>
              <a:spcAft>
                <a:spcPts val="0"/>
              </a:spcAft>
              <a:buSzPts val="1800"/>
              <a:buChar char="•"/>
              <a:defRPr/>
            </a:lvl7pPr>
            <a:lvl8pPr indent="-342900" lvl="7" marL="3657600" algn="l">
              <a:lnSpc>
                <a:spcPct val="110000"/>
              </a:lnSpc>
              <a:spcBef>
                <a:spcPts val="700"/>
              </a:spcBef>
              <a:spcAft>
                <a:spcPts val="0"/>
              </a:spcAft>
              <a:buSzPts val="1800"/>
              <a:buChar char="–"/>
              <a:defRPr/>
            </a:lvl8pPr>
            <a:lvl9pPr indent="-342900" lvl="8" marL="4114800" algn="l">
              <a:lnSpc>
                <a:spcPct val="110000"/>
              </a:lnSpc>
              <a:spcBef>
                <a:spcPts val="700"/>
              </a:spcBef>
              <a:spcAft>
                <a:spcPts val="0"/>
              </a:spcAft>
              <a:buSzPts val="1800"/>
              <a:buChar char="•"/>
              <a:defRPr/>
            </a:lvl9pPr>
          </a:lstStyle>
          <a:p/>
        </p:txBody>
      </p:sp>
      <p:sp>
        <p:nvSpPr>
          <p:cNvPr id="106" name="Google Shape;106;p70"/>
          <p:cNvSpPr txBox="1"/>
          <p:nvPr>
            <p:ph idx="10" type="dt"/>
          </p:nvPr>
        </p:nvSpPr>
        <p:spPr>
          <a:xfrm>
            <a:off x="938213" y="6375400"/>
            <a:ext cx="1747837" cy="3492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7" name="Google Shape;107;p70"/>
          <p:cNvSpPr txBox="1"/>
          <p:nvPr>
            <p:ph idx="11" type="ftr"/>
          </p:nvPr>
        </p:nvSpPr>
        <p:spPr>
          <a:xfrm>
            <a:off x="3028950" y="6375400"/>
            <a:ext cx="3086100" cy="3460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70"/>
          <p:cNvSpPr txBox="1"/>
          <p:nvPr>
            <p:ph idx="12" type="sldNum"/>
          </p:nvPr>
        </p:nvSpPr>
        <p:spPr>
          <a:xfrm>
            <a:off x="6457950" y="6375400"/>
            <a:ext cx="2114550" cy="34607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sz="1000">
                <a:solidFill>
                  <a:srgbClr val="595959"/>
                </a:solidFill>
                <a:latin typeface="Gill Sans"/>
                <a:ea typeface="Gill Sans"/>
                <a:cs typeface="Gill Sans"/>
                <a:sym typeface="Gill Sans"/>
              </a:defRPr>
            </a:lvl1pPr>
            <a:lvl2pPr indent="0" lvl="1" marL="0" algn="r">
              <a:spcBef>
                <a:spcPts val="0"/>
              </a:spcBef>
              <a:spcAft>
                <a:spcPts val="0"/>
              </a:spcAft>
              <a:buNone/>
              <a:defRPr sz="1000">
                <a:solidFill>
                  <a:srgbClr val="595959"/>
                </a:solidFill>
                <a:latin typeface="Gill Sans"/>
                <a:ea typeface="Gill Sans"/>
                <a:cs typeface="Gill Sans"/>
                <a:sym typeface="Gill Sans"/>
              </a:defRPr>
            </a:lvl2pPr>
            <a:lvl3pPr indent="0" lvl="2" marL="0" algn="r">
              <a:spcBef>
                <a:spcPts val="0"/>
              </a:spcBef>
              <a:spcAft>
                <a:spcPts val="0"/>
              </a:spcAft>
              <a:buNone/>
              <a:defRPr sz="1000">
                <a:solidFill>
                  <a:srgbClr val="595959"/>
                </a:solidFill>
                <a:latin typeface="Gill Sans"/>
                <a:ea typeface="Gill Sans"/>
                <a:cs typeface="Gill Sans"/>
                <a:sym typeface="Gill Sans"/>
              </a:defRPr>
            </a:lvl3pPr>
            <a:lvl4pPr indent="0" lvl="3" marL="0" algn="r">
              <a:spcBef>
                <a:spcPts val="0"/>
              </a:spcBef>
              <a:spcAft>
                <a:spcPts val="0"/>
              </a:spcAft>
              <a:buNone/>
              <a:defRPr sz="1000">
                <a:solidFill>
                  <a:srgbClr val="595959"/>
                </a:solidFill>
                <a:latin typeface="Gill Sans"/>
                <a:ea typeface="Gill Sans"/>
                <a:cs typeface="Gill Sans"/>
                <a:sym typeface="Gill Sans"/>
              </a:defRPr>
            </a:lvl4pPr>
            <a:lvl5pPr indent="0" lvl="4" marL="0" algn="r">
              <a:spcBef>
                <a:spcPts val="0"/>
              </a:spcBef>
              <a:spcAft>
                <a:spcPts val="0"/>
              </a:spcAft>
              <a:buNone/>
              <a:defRPr sz="1000">
                <a:solidFill>
                  <a:srgbClr val="595959"/>
                </a:solidFill>
                <a:latin typeface="Gill Sans"/>
                <a:ea typeface="Gill Sans"/>
                <a:cs typeface="Gill Sans"/>
                <a:sym typeface="Gill Sans"/>
              </a:defRPr>
            </a:lvl5pPr>
            <a:lvl6pPr indent="0" lvl="5" marL="0" algn="r">
              <a:spcBef>
                <a:spcPts val="0"/>
              </a:spcBef>
              <a:spcAft>
                <a:spcPts val="0"/>
              </a:spcAft>
              <a:buNone/>
              <a:defRPr sz="1000">
                <a:solidFill>
                  <a:srgbClr val="595959"/>
                </a:solidFill>
                <a:latin typeface="Gill Sans"/>
                <a:ea typeface="Gill Sans"/>
                <a:cs typeface="Gill Sans"/>
                <a:sym typeface="Gill Sans"/>
              </a:defRPr>
            </a:lvl6pPr>
            <a:lvl7pPr indent="0" lvl="6" marL="0" algn="r">
              <a:spcBef>
                <a:spcPts val="0"/>
              </a:spcBef>
              <a:spcAft>
                <a:spcPts val="0"/>
              </a:spcAft>
              <a:buNone/>
              <a:defRPr sz="1000">
                <a:solidFill>
                  <a:srgbClr val="595959"/>
                </a:solidFill>
                <a:latin typeface="Gill Sans"/>
                <a:ea typeface="Gill Sans"/>
                <a:cs typeface="Gill Sans"/>
                <a:sym typeface="Gill Sans"/>
              </a:defRPr>
            </a:lvl7pPr>
            <a:lvl8pPr indent="0" lvl="7" marL="0" algn="r">
              <a:spcBef>
                <a:spcPts val="0"/>
              </a:spcBef>
              <a:spcAft>
                <a:spcPts val="0"/>
              </a:spcAft>
              <a:buNone/>
              <a:defRPr sz="1000">
                <a:solidFill>
                  <a:srgbClr val="595959"/>
                </a:solidFill>
                <a:latin typeface="Gill Sans"/>
                <a:ea typeface="Gill Sans"/>
                <a:cs typeface="Gill Sans"/>
                <a:sym typeface="Gill Sans"/>
              </a:defRPr>
            </a:lvl8pPr>
            <a:lvl9pPr indent="0" lvl="8" marL="0" algn="r">
              <a:spcBef>
                <a:spcPts val="0"/>
              </a:spcBef>
              <a:spcAft>
                <a:spcPts val="0"/>
              </a:spcAft>
              <a:buNone/>
              <a:defRPr sz="1000">
                <a:solidFill>
                  <a:srgbClr val="595959"/>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9" name="Shape 109"/>
        <p:cNvGrpSpPr/>
        <p:nvPr/>
      </p:nvGrpSpPr>
      <p:grpSpPr>
        <a:xfrm>
          <a:off x="0" y="0"/>
          <a:ext cx="0" cy="0"/>
          <a:chOff x="0" y="0"/>
          <a:chExt cx="0" cy="0"/>
        </a:xfrm>
      </p:grpSpPr>
      <p:sp>
        <p:nvSpPr>
          <p:cNvPr id="110" name="Google Shape;110;p71"/>
          <p:cNvSpPr txBox="1"/>
          <p:nvPr>
            <p:ph type="title"/>
          </p:nvPr>
        </p:nvSpPr>
        <p:spPr>
          <a:xfrm>
            <a:off x="938213" y="382588"/>
            <a:ext cx="7634287" cy="149225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11" name="Google Shape;111;p71"/>
          <p:cNvSpPr txBox="1"/>
          <p:nvPr>
            <p:ph idx="10" type="dt"/>
          </p:nvPr>
        </p:nvSpPr>
        <p:spPr>
          <a:xfrm>
            <a:off x="938213" y="6375400"/>
            <a:ext cx="1747837" cy="3492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71"/>
          <p:cNvSpPr txBox="1"/>
          <p:nvPr>
            <p:ph idx="11" type="ftr"/>
          </p:nvPr>
        </p:nvSpPr>
        <p:spPr>
          <a:xfrm>
            <a:off x="3028950" y="6375400"/>
            <a:ext cx="3086100" cy="3460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71"/>
          <p:cNvSpPr txBox="1"/>
          <p:nvPr>
            <p:ph idx="12" type="sldNum"/>
          </p:nvPr>
        </p:nvSpPr>
        <p:spPr>
          <a:xfrm>
            <a:off x="6457950" y="6375400"/>
            <a:ext cx="2114550" cy="34607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sz="1000">
                <a:solidFill>
                  <a:srgbClr val="595959"/>
                </a:solidFill>
                <a:latin typeface="Gill Sans"/>
                <a:ea typeface="Gill Sans"/>
                <a:cs typeface="Gill Sans"/>
                <a:sym typeface="Gill Sans"/>
              </a:defRPr>
            </a:lvl1pPr>
            <a:lvl2pPr indent="0" lvl="1" marL="0" algn="r">
              <a:spcBef>
                <a:spcPts val="0"/>
              </a:spcBef>
              <a:spcAft>
                <a:spcPts val="0"/>
              </a:spcAft>
              <a:buNone/>
              <a:defRPr sz="1000">
                <a:solidFill>
                  <a:srgbClr val="595959"/>
                </a:solidFill>
                <a:latin typeface="Gill Sans"/>
                <a:ea typeface="Gill Sans"/>
                <a:cs typeface="Gill Sans"/>
                <a:sym typeface="Gill Sans"/>
              </a:defRPr>
            </a:lvl2pPr>
            <a:lvl3pPr indent="0" lvl="2" marL="0" algn="r">
              <a:spcBef>
                <a:spcPts val="0"/>
              </a:spcBef>
              <a:spcAft>
                <a:spcPts val="0"/>
              </a:spcAft>
              <a:buNone/>
              <a:defRPr sz="1000">
                <a:solidFill>
                  <a:srgbClr val="595959"/>
                </a:solidFill>
                <a:latin typeface="Gill Sans"/>
                <a:ea typeface="Gill Sans"/>
                <a:cs typeface="Gill Sans"/>
                <a:sym typeface="Gill Sans"/>
              </a:defRPr>
            </a:lvl3pPr>
            <a:lvl4pPr indent="0" lvl="3" marL="0" algn="r">
              <a:spcBef>
                <a:spcPts val="0"/>
              </a:spcBef>
              <a:spcAft>
                <a:spcPts val="0"/>
              </a:spcAft>
              <a:buNone/>
              <a:defRPr sz="1000">
                <a:solidFill>
                  <a:srgbClr val="595959"/>
                </a:solidFill>
                <a:latin typeface="Gill Sans"/>
                <a:ea typeface="Gill Sans"/>
                <a:cs typeface="Gill Sans"/>
                <a:sym typeface="Gill Sans"/>
              </a:defRPr>
            </a:lvl4pPr>
            <a:lvl5pPr indent="0" lvl="4" marL="0" algn="r">
              <a:spcBef>
                <a:spcPts val="0"/>
              </a:spcBef>
              <a:spcAft>
                <a:spcPts val="0"/>
              </a:spcAft>
              <a:buNone/>
              <a:defRPr sz="1000">
                <a:solidFill>
                  <a:srgbClr val="595959"/>
                </a:solidFill>
                <a:latin typeface="Gill Sans"/>
                <a:ea typeface="Gill Sans"/>
                <a:cs typeface="Gill Sans"/>
                <a:sym typeface="Gill Sans"/>
              </a:defRPr>
            </a:lvl5pPr>
            <a:lvl6pPr indent="0" lvl="5" marL="0" algn="r">
              <a:spcBef>
                <a:spcPts val="0"/>
              </a:spcBef>
              <a:spcAft>
                <a:spcPts val="0"/>
              </a:spcAft>
              <a:buNone/>
              <a:defRPr sz="1000">
                <a:solidFill>
                  <a:srgbClr val="595959"/>
                </a:solidFill>
                <a:latin typeface="Gill Sans"/>
                <a:ea typeface="Gill Sans"/>
                <a:cs typeface="Gill Sans"/>
                <a:sym typeface="Gill Sans"/>
              </a:defRPr>
            </a:lvl6pPr>
            <a:lvl7pPr indent="0" lvl="6" marL="0" algn="r">
              <a:spcBef>
                <a:spcPts val="0"/>
              </a:spcBef>
              <a:spcAft>
                <a:spcPts val="0"/>
              </a:spcAft>
              <a:buNone/>
              <a:defRPr sz="1000">
                <a:solidFill>
                  <a:srgbClr val="595959"/>
                </a:solidFill>
                <a:latin typeface="Gill Sans"/>
                <a:ea typeface="Gill Sans"/>
                <a:cs typeface="Gill Sans"/>
                <a:sym typeface="Gill Sans"/>
              </a:defRPr>
            </a:lvl7pPr>
            <a:lvl8pPr indent="0" lvl="7" marL="0" algn="r">
              <a:spcBef>
                <a:spcPts val="0"/>
              </a:spcBef>
              <a:spcAft>
                <a:spcPts val="0"/>
              </a:spcAft>
              <a:buNone/>
              <a:defRPr sz="1000">
                <a:solidFill>
                  <a:srgbClr val="595959"/>
                </a:solidFill>
                <a:latin typeface="Gill Sans"/>
                <a:ea typeface="Gill Sans"/>
                <a:cs typeface="Gill Sans"/>
                <a:sym typeface="Gill Sans"/>
              </a:defRPr>
            </a:lvl8pPr>
            <a:lvl9pPr indent="0" lvl="8" marL="0" algn="r">
              <a:spcBef>
                <a:spcPts val="0"/>
              </a:spcBef>
              <a:spcAft>
                <a:spcPts val="0"/>
              </a:spcAft>
              <a:buNone/>
              <a:defRPr sz="1000">
                <a:solidFill>
                  <a:srgbClr val="595959"/>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114" name="Shape 114"/>
        <p:cNvGrpSpPr/>
        <p:nvPr/>
      </p:nvGrpSpPr>
      <p:grpSpPr>
        <a:xfrm>
          <a:off x="0" y="0"/>
          <a:ext cx="0" cy="0"/>
          <a:chOff x="0" y="0"/>
          <a:chExt cx="0" cy="0"/>
        </a:xfrm>
      </p:grpSpPr>
      <p:sp>
        <p:nvSpPr>
          <p:cNvPr id="115" name="Google Shape;115;p72" title="right scallop background shape"/>
          <p:cNvSpPr/>
          <p:nvPr/>
        </p:nvSpPr>
        <p:spPr>
          <a:xfrm>
            <a:off x="5541963" y="0"/>
            <a:ext cx="3602037" cy="6858000"/>
          </a:xfrm>
          <a:custGeom>
            <a:rect b="b" l="l" r="r" t="t"/>
            <a:pathLst>
              <a:path extrusionOk="0" h="4320" w="3025">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dk2"/>
          </a:solidFill>
          <a:ln>
            <a:noFill/>
          </a:ln>
        </p:spPr>
      </p:sp>
      <p:sp>
        <p:nvSpPr>
          <p:cNvPr id="116" name="Google Shape;116;p72"/>
          <p:cNvSpPr/>
          <p:nvPr/>
        </p:nvSpPr>
        <p:spPr>
          <a:xfrm>
            <a:off x="0" y="0"/>
            <a:ext cx="212725" cy="6858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72" title="left edge border"/>
          <p:cNvSpPr/>
          <p:nvPr/>
        </p:nvSpPr>
        <p:spPr>
          <a:xfrm>
            <a:off x="0" y="0"/>
            <a:ext cx="212725" cy="6858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72"/>
          <p:cNvSpPr txBox="1"/>
          <p:nvPr>
            <p:ph type="title"/>
          </p:nvPr>
        </p:nvSpPr>
        <p:spPr>
          <a:xfrm>
            <a:off x="6253414" y="457200"/>
            <a:ext cx="2319086" cy="1196671"/>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SzPts val="1400"/>
              <a:buNone/>
              <a:defRPr b="1" i="0" sz="1800" cap="none">
                <a:solidFill>
                  <a:schemeClr val="accent1"/>
                </a:solidFill>
                <a:latin typeface="Gill Sans"/>
                <a:ea typeface="Gill Sans"/>
                <a:cs typeface="Gill Sans"/>
                <a:sym typeface="Gill Sans"/>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19" name="Google Shape;119;p72"/>
          <p:cNvSpPr txBox="1"/>
          <p:nvPr>
            <p:ph idx="1" type="body"/>
          </p:nvPr>
        </p:nvSpPr>
        <p:spPr>
          <a:xfrm>
            <a:off x="573788" y="920377"/>
            <a:ext cx="4618814" cy="4985124"/>
          </a:xfrm>
          <a:prstGeom prst="rect">
            <a:avLst/>
          </a:prstGeom>
          <a:noFill/>
          <a:ln>
            <a:noFill/>
          </a:ln>
        </p:spPr>
        <p:txBody>
          <a:bodyPr anchorCtr="0" anchor="t" bIns="45700" lIns="91425" spcFirstLastPara="1" rIns="91425" wrap="square" tIns="45700">
            <a:noAutofit/>
          </a:bodyPr>
          <a:lstStyle>
            <a:lvl1pPr indent="-381000" lvl="0" marL="457200" algn="l">
              <a:lnSpc>
                <a:spcPct val="110000"/>
              </a:lnSpc>
              <a:spcBef>
                <a:spcPts val="700"/>
              </a:spcBef>
              <a:spcAft>
                <a:spcPts val="0"/>
              </a:spcAft>
              <a:buSzPts val="2400"/>
              <a:buChar char="•"/>
              <a:defRPr sz="2400"/>
            </a:lvl1pPr>
            <a:lvl2pPr indent="-361950" lvl="1" marL="914400" algn="l">
              <a:lnSpc>
                <a:spcPct val="110000"/>
              </a:lnSpc>
              <a:spcBef>
                <a:spcPts val="700"/>
              </a:spcBef>
              <a:spcAft>
                <a:spcPts val="0"/>
              </a:spcAft>
              <a:buSzPts val="2100"/>
              <a:buChar char="–"/>
              <a:defRPr sz="2100"/>
            </a:lvl2pPr>
            <a:lvl3pPr indent="-342900" lvl="2" marL="1371600" algn="l">
              <a:lnSpc>
                <a:spcPct val="110000"/>
              </a:lnSpc>
              <a:spcBef>
                <a:spcPts val="700"/>
              </a:spcBef>
              <a:spcAft>
                <a:spcPts val="0"/>
              </a:spcAft>
              <a:buSzPts val="1800"/>
              <a:buChar char="•"/>
              <a:defRPr sz="1800"/>
            </a:lvl3pPr>
            <a:lvl4pPr indent="-323850" lvl="3" marL="1828800" algn="l">
              <a:lnSpc>
                <a:spcPct val="110000"/>
              </a:lnSpc>
              <a:spcBef>
                <a:spcPts val="700"/>
              </a:spcBef>
              <a:spcAft>
                <a:spcPts val="0"/>
              </a:spcAft>
              <a:buSzPts val="1500"/>
              <a:buChar char="–"/>
              <a:defRPr sz="1500"/>
            </a:lvl4pPr>
            <a:lvl5pPr indent="-323850" lvl="4" marL="2286000" algn="l">
              <a:lnSpc>
                <a:spcPct val="110000"/>
              </a:lnSpc>
              <a:spcBef>
                <a:spcPts val="700"/>
              </a:spcBef>
              <a:spcAft>
                <a:spcPts val="0"/>
              </a:spcAft>
              <a:buSzPts val="1500"/>
              <a:buChar char="•"/>
              <a:defRPr sz="1500"/>
            </a:lvl5pPr>
            <a:lvl6pPr indent="-323850" lvl="5" marL="2743200" algn="l">
              <a:lnSpc>
                <a:spcPct val="110000"/>
              </a:lnSpc>
              <a:spcBef>
                <a:spcPts val="700"/>
              </a:spcBef>
              <a:spcAft>
                <a:spcPts val="0"/>
              </a:spcAft>
              <a:buSzPts val="1500"/>
              <a:buChar char="–"/>
              <a:defRPr sz="1500"/>
            </a:lvl6pPr>
            <a:lvl7pPr indent="-323850" lvl="6" marL="3200400" algn="l">
              <a:lnSpc>
                <a:spcPct val="110000"/>
              </a:lnSpc>
              <a:spcBef>
                <a:spcPts val="700"/>
              </a:spcBef>
              <a:spcAft>
                <a:spcPts val="0"/>
              </a:spcAft>
              <a:buSzPts val="1500"/>
              <a:buChar char="•"/>
              <a:defRPr sz="1500"/>
            </a:lvl7pPr>
            <a:lvl8pPr indent="-323850" lvl="7" marL="3657600" algn="l">
              <a:lnSpc>
                <a:spcPct val="110000"/>
              </a:lnSpc>
              <a:spcBef>
                <a:spcPts val="700"/>
              </a:spcBef>
              <a:spcAft>
                <a:spcPts val="0"/>
              </a:spcAft>
              <a:buSzPts val="1500"/>
              <a:buChar char="–"/>
              <a:defRPr sz="1500"/>
            </a:lvl8pPr>
            <a:lvl9pPr indent="-323850" lvl="8" marL="4114800" algn="l">
              <a:lnSpc>
                <a:spcPct val="110000"/>
              </a:lnSpc>
              <a:spcBef>
                <a:spcPts val="700"/>
              </a:spcBef>
              <a:spcAft>
                <a:spcPts val="0"/>
              </a:spcAft>
              <a:buSzPts val="1500"/>
              <a:buChar char="•"/>
              <a:defRPr sz="1500"/>
            </a:lvl9pPr>
          </a:lstStyle>
          <a:p/>
        </p:txBody>
      </p:sp>
      <p:sp>
        <p:nvSpPr>
          <p:cNvPr id="120" name="Google Shape;120;p72"/>
          <p:cNvSpPr txBox="1"/>
          <p:nvPr>
            <p:ph idx="2" type="body"/>
          </p:nvPr>
        </p:nvSpPr>
        <p:spPr>
          <a:xfrm>
            <a:off x="6253414" y="1741336"/>
            <a:ext cx="2319086" cy="4164164"/>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200"/>
              </a:spcBef>
              <a:spcAft>
                <a:spcPts val="0"/>
              </a:spcAft>
              <a:buSzPts val="1400"/>
              <a:buNone/>
              <a:defRPr sz="1400">
                <a:solidFill>
                  <a:schemeClr val="lt2"/>
                </a:solidFill>
              </a:defRPr>
            </a:lvl1pPr>
            <a:lvl2pPr indent="-228600" lvl="1" marL="914400" algn="l">
              <a:lnSpc>
                <a:spcPct val="110000"/>
              </a:lnSpc>
              <a:spcBef>
                <a:spcPts val="700"/>
              </a:spcBef>
              <a:spcAft>
                <a:spcPts val="0"/>
              </a:spcAft>
              <a:buSzPts val="1050"/>
              <a:buNone/>
              <a:defRPr sz="1050"/>
            </a:lvl2pPr>
            <a:lvl3pPr indent="-228600" lvl="2" marL="1371600" algn="l">
              <a:lnSpc>
                <a:spcPct val="110000"/>
              </a:lnSpc>
              <a:spcBef>
                <a:spcPts val="700"/>
              </a:spcBef>
              <a:spcAft>
                <a:spcPts val="0"/>
              </a:spcAft>
              <a:buSzPts val="900"/>
              <a:buNone/>
              <a:defRPr sz="900"/>
            </a:lvl3pPr>
            <a:lvl4pPr indent="-228600" lvl="3" marL="1828800" algn="l">
              <a:lnSpc>
                <a:spcPct val="110000"/>
              </a:lnSpc>
              <a:spcBef>
                <a:spcPts val="700"/>
              </a:spcBef>
              <a:spcAft>
                <a:spcPts val="0"/>
              </a:spcAft>
              <a:buSzPts val="750"/>
              <a:buNone/>
              <a:defRPr sz="750"/>
            </a:lvl4pPr>
            <a:lvl5pPr indent="-228600" lvl="4" marL="2286000" algn="l">
              <a:lnSpc>
                <a:spcPct val="110000"/>
              </a:lnSpc>
              <a:spcBef>
                <a:spcPts val="700"/>
              </a:spcBef>
              <a:spcAft>
                <a:spcPts val="0"/>
              </a:spcAft>
              <a:buSzPts val="750"/>
              <a:buNone/>
              <a:defRPr sz="750"/>
            </a:lvl5pPr>
            <a:lvl6pPr indent="-228600" lvl="5" marL="2743200" algn="l">
              <a:lnSpc>
                <a:spcPct val="110000"/>
              </a:lnSpc>
              <a:spcBef>
                <a:spcPts val="700"/>
              </a:spcBef>
              <a:spcAft>
                <a:spcPts val="0"/>
              </a:spcAft>
              <a:buSzPts val="750"/>
              <a:buNone/>
              <a:defRPr sz="750"/>
            </a:lvl6pPr>
            <a:lvl7pPr indent="-228600" lvl="6" marL="3200400" algn="l">
              <a:lnSpc>
                <a:spcPct val="110000"/>
              </a:lnSpc>
              <a:spcBef>
                <a:spcPts val="700"/>
              </a:spcBef>
              <a:spcAft>
                <a:spcPts val="0"/>
              </a:spcAft>
              <a:buSzPts val="750"/>
              <a:buNone/>
              <a:defRPr sz="750"/>
            </a:lvl7pPr>
            <a:lvl8pPr indent="-228600" lvl="7" marL="3657600" algn="l">
              <a:lnSpc>
                <a:spcPct val="110000"/>
              </a:lnSpc>
              <a:spcBef>
                <a:spcPts val="700"/>
              </a:spcBef>
              <a:spcAft>
                <a:spcPts val="0"/>
              </a:spcAft>
              <a:buSzPts val="750"/>
              <a:buNone/>
              <a:defRPr sz="750"/>
            </a:lvl8pPr>
            <a:lvl9pPr indent="-228600" lvl="8" marL="4114800" algn="l">
              <a:lnSpc>
                <a:spcPct val="110000"/>
              </a:lnSpc>
              <a:spcBef>
                <a:spcPts val="700"/>
              </a:spcBef>
              <a:spcAft>
                <a:spcPts val="0"/>
              </a:spcAft>
              <a:buSzPts val="750"/>
              <a:buNone/>
              <a:defRPr sz="750"/>
            </a:lvl9pPr>
          </a:lstStyle>
          <a:p/>
        </p:txBody>
      </p:sp>
      <p:sp>
        <p:nvSpPr>
          <p:cNvPr id="121" name="Google Shape;121;p72"/>
          <p:cNvSpPr txBox="1"/>
          <p:nvPr>
            <p:ph idx="10" type="dt"/>
          </p:nvPr>
        </p:nvSpPr>
        <p:spPr>
          <a:xfrm>
            <a:off x="573088" y="6375400"/>
            <a:ext cx="925512" cy="3492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2" name="Google Shape;122;p72"/>
          <p:cNvSpPr txBox="1"/>
          <p:nvPr>
            <p:ph idx="11" type="ftr"/>
          </p:nvPr>
        </p:nvSpPr>
        <p:spPr>
          <a:xfrm>
            <a:off x="1577975" y="6375400"/>
            <a:ext cx="2611438" cy="3460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72"/>
          <p:cNvSpPr txBox="1"/>
          <p:nvPr>
            <p:ph idx="12" type="sldNum"/>
          </p:nvPr>
        </p:nvSpPr>
        <p:spPr>
          <a:xfrm>
            <a:off x="4268788" y="6375400"/>
            <a:ext cx="923925" cy="34607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sz="1000">
                <a:solidFill>
                  <a:srgbClr val="595959"/>
                </a:solidFill>
                <a:latin typeface="Gill Sans"/>
                <a:ea typeface="Gill Sans"/>
                <a:cs typeface="Gill Sans"/>
                <a:sym typeface="Gill Sans"/>
              </a:defRPr>
            </a:lvl1pPr>
            <a:lvl2pPr indent="0" lvl="1" marL="0" algn="r">
              <a:spcBef>
                <a:spcPts val="0"/>
              </a:spcBef>
              <a:spcAft>
                <a:spcPts val="0"/>
              </a:spcAft>
              <a:buNone/>
              <a:defRPr sz="1000">
                <a:solidFill>
                  <a:srgbClr val="595959"/>
                </a:solidFill>
                <a:latin typeface="Gill Sans"/>
                <a:ea typeface="Gill Sans"/>
                <a:cs typeface="Gill Sans"/>
                <a:sym typeface="Gill Sans"/>
              </a:defRPr>
            </a:lvl2pPr>
            <a:lvl3pPr indent="0" lvl="2" marL="0" algn="r">
              <a:spcBef>
                <a:spcPts val="0"/>
              </a:spcBef>
              <a:spcAft>
                <a:spcPts val="0"/>
              </a:spcAft>
              <a:buNone/>
              <a:defRPr sz="1000">
                <a:solidFill>
                  <a:srgbClr val="595959"/>
                </a:solidFill>
                <a:latin typeface="Gill Sans"/>
                <a:ea typeface="Gill Sans"/>
                <a:cs typeface="Gill Sans"/>
                <a:sym typeface="Gill Sans"/>
              </a:defRPr>
            </a:lvl3pPr>
            <a:lvl4pPr indent="0" lvl="3" marL="0" algn="r">
              <a:spcBef>
                <a:spcPts val="0"/>
              </a:spcBef>
              <a:spcAft>
                <a:spcPts val="0"/>
              </a:spcAft>
              <a:buNone/>
              <a:defRPr sz="1000">
                <a:solidFill>
                  <a:srgbClr val="595959"/>
                </a:solidFill>
                <a:latin typeface="Gill Sans"/>
                <a:ea typeface="Gill Sans"/>
                <a:cs typeface="Gill Sans"/>
                <a:sym typeface="Gill Sans"/>
              </a:defRPr>
            </a:lvl4pPr>
            <a:lvl5pPr indent="0" lvl="4" marL="0" algn="r">
              <a:spcBef>
                <a:spcPts val="0"/>
              </a:spcBef>
              <a:spcAft>
                <a:spcPts val="0"/>
              </a:spcAft>
              <a:buNone/>
              <a:defRPr sz="1000">
                <a:solidFill>
                  <a:srgbClr val="595959"/>
                </a:solidFill>
                <a:latin typeface="Gill Sans"/>
                <a:ea typeface="Gill Sans"/>
                <a:cs typeface="Gill Sans"/>
                <a:sym typeface="Gill Sans"/>
              </a:defRPr>
            </a:lvl5pPr>
            <a:lvl6pPr indent="0" lvl="5" marL="0" algn="r">
              <a:spcBef>
                <a:spcPts val="0"/>
              </a:spcBef>
              <a:spcAft>
                <a:spcPts val="0"/>
              </a:spcAft>
              <a:buNone/>
              <a:defRPr sz="1000">
                <a:solidFill>
                  <a:srgbClr val="595959"/>
                </a:solidFill>
                <a:latin typeface="Gill Sans"/>
                <a:ea typeface="Gill Sans"/>
                <a:cs typeface="Gill Sans"/>
                <a:sym typeface="Gill Sans"/>
              </a:defRPr>
            </a:lvl6pPr>
            <a:lvl7pPr indent="0" lvl="6" marL="0" algn="r">
              <a:spcBef>
                <a:spcPts val="0"/>
              </a:spcBef>
              <a:spcAft>
                <a:spcPts val="0"/>
              </a:spcAft>
              <a:buNone/>
              <a:defRPr sz="1000">
                <a:solidFill>
                  <a:srgbClr val="595959"/>
                </a:solidFill>
                <a:latin typeface="Gill Sans"/>
                <a:ea typeface="Gill Sans"/>
                <a:cs typeface="Gill Sans"/>
                <a:sym typeface="Gill Sans"/>
              </a:defRPr>
            </a:lvl7pPr>
            <a:lvl8pPr indent="0" lvl="7" marL="0" algn="r">
              <a:spcBef>
                <a:spcPts val="0"/>
              </a:spcBef>
              <a:spcAft>
                <a:spcPts val="0"/>
              </a:spcAft>
              <a:buNone/>
              <a:defRPr sz="1000">
                <a:solidFill>
                  <a:srgbClr val="595959"/>
                </a:solidFill>
                <a:latin typeface="Gill Sans"/>
                <a:ea typeface="Gill Sans"/>
                <a:cs typeface="Gill Sans"/>
                <a:sym typeface="Gill Sans"/>
              </a:defRPr>
            </a:lvl8pPr>
            <a:lvl9pPr indent="0" lvl="8" marL="0" algn="r">
              <a:spcBef>
                <a:spcPts val="0"/>
              </a:spcBef>
              <a:spcAft>
                <a:spcPts val="0"/>
              </a:spcAft>
              <a:buNone/>
              <a:defRPr sz="1000">
                <a:solidFill>
                  <a:srgbClr val="595959"/>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24" name="Shape 124"/>
        <p:cNvGrpSpPr/>
        <p:nvPr/>
      </p:nvGrpSpPr>
      <p:grpSpPr>
        <a:xfrm>
          <a:off x="0" y="0"/>
          <a:ext cx="0" cy="0"/>
          <a:chOff x="0" y="0"/>
          <a:chExt cx="0" cy="0"/>
        </a:xfrm>
      </p:grpSpPr>
      <p:sp>
        <p:nvSpPr>
          <p:cNvPr id="125" name="Google Shape;125;p73" title="right scallop background shape"/>
          <p:cNvSpPr/>
          <p:nvPr/>
        </p:nvSpPr>
        <p:spPr>
          <a:xfrm>
            <a:off x="5541963" y="0"/>
            <a:ext cx="3602037" cy="6858000"/>
          </a:xfrm>
          <a:custGeom>
            <a:rect b="b" l="l" r="r" t="t"/>
            <a:pathLst>
              <a:path extrusionOk="0" h="4320" w="3025">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dk2"/>
          </a:solidFill>
          <a:ln>
            <a:noFill/>
          </a:ln>
        </p:spPr>
      </p:sp>
      <p:sp>
        <p:nvSpPr>
          <p:cNvPr id="126" name="Google Shape;126;p73"/>
          <p:cNvSpPr/>
          <p:nvPr/>
        </p:nvSpPr>
        <p:spPr>
          <a:xfrm>
            <a:off x="0" y="0"/>
            <a:ext cx="212725" cy="6858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73" title="left edge border"/>
          <p:cNvSpPr/>
          <p:nvPr/>
        </p:nvSpPr>
        <p:spPr>
          <a:xfrm>
            <a:off x="0" y="0"/>
            <a:ext cx="212725" cy="6858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73"/>
          <p:cNvSpPr/>
          <p:nvPr>
            <p:ph idx="2" type="pic"/>
          </p:nvPr>
        </p:nvSpPr>
        <p:spPr>
          <a:xfrm>
            <a:off x="212598" y="1"/>
            <a:ext cx="5516689" cy="6857999"/>
          </a:xfrm>
          <a:prstGeom prst="rect">
            <a:avLst/>
          </a:prstGeom>
          <a:noFill/>
          <a:ln>
            <a:noFill/>
          </a:ln>
        </p:spPr>
      </p:sp>
      <p:sp>
        <p:nvSpPr>
          <p:cNvPr id="129" name="Google Shape;129;p73"/>
          <p:cNvSpPr txBox="1"/>
          <p:nvPr>
            <p:ph type="title"/>
          </p:nvPr>
        </p:nvSpPr>
        <p:spPr>
          <a:xfrm>
            <a:off x="6253413" y="457200"/>
            <a:ext cx="2319088" cy="119667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SzPts val="1400"/>
              <a:buNone/>
              <a:defRPr b="1" i="0" sz="1800">
                <a:solidFill>
                  <a:schemeClr val="accent1"/>
                </a:solidFill>
                <a:latin typeface="Gill Sans"/>
                <a:ea typeface="Gill Sans"/>
                <a:cs typeface="Gill Sans"/>
                <a:sym typeface="Gill Sans"/>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30" name="Google Shape;130;p73"/>
          <p:cNvSpPr txBox="1"/>
          <p:nvPr>
            <p:ph idx="1" type="body"/>
          </p:nvPr>
        </p:nvSpPr>
        <p:spPr>
          <a:xfrm>
            <a:off x="6253413" y="1741336"/>
            <a:ext cx="2319088" cy="4164164"/>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200"/>
              </a:spcBef>
              <a:spcAft>
                <a:spcPts val="0"/>
              </a:spcAft>
              <a:buSzPts val="1400"/>
              <a:buNone/>
              <a:defRPr sz="1400">
                <a:solidFill>
                  <a:schemeClr val="lt2"/>
                </a:solidFill>
              </a:defRPr>
            </a:lvl1pPr>
            <a:lvl2pPr indent="-228600" lvl="1" marL="914400" algn="l">
              <a:lnSpc>
                <a:spcPct val="110000"/>
              </a:lnSpc>
              <a:spcBef>
                <a:spcPts val="700"/>
              </a:spcBef>
              <a:spcAft>
                <a:spcPts val="0"/>
              </a:spcAft>
              <a:buSzPts val="1050"/>
              <a:buNone/>
              <a:defRPr sz="1050"/>
            </a:lvl2pPr>
            <a:lvl3pPr indent="-228600" lvl="2" marL="1371600" algn="l">
              <a:lnSpc>
                <a:spcPct val="110000"/>
              </a:lnSpc>
              <a:spcBef>
                <a:spcPts val="700"/>
              </a:spcBef>
              <a:spcAft>
                <a:spcPts val="0"/>
              </a:spcAft>
              <a:buSzPts val="900"/>
              <a:buNone/>
              <a:defRPr sz="900"/>
            </a:lvl3pPr>
            <a:lvl4pPr indent="-228600" lvl="3" marL="1828800" algn="l">
              <a:lnSpc>
                <a:spcPct val="110000"/>
              </a:lnSpc>
              <a:spcBef>
                <a:spcPts val="700"/>
              </a:spcBef>
              <a:spcAft>
                <a:spcPts val="0"/>
              </a:spcAft>
              <a:buSzPts val="750"/>
              <a:buNone/>
              <a:defRPr sz="750"/>
            </a:lvl4pPr>
            <a:lvl5pPr indent="-228600" lvl="4" marL="2286000" algn="l">
              <a:lnSpc>
                <a:spcPct val="110000"/>
              </a:lnSpc>
              <a:spcBef>
                <a:spcPts val="700"/>
              </a:spcBef>
              <a:spcAft>
                <a:spcPts val="0"/>
              </a:spcAft>
              <a:buSzPts val="750"/>
              <a:buNone/>
              <a:defRPr sz="750"/>
            </a:lvl5pPr>
            <a:lvl6pPr indent="-228600" lvl="5" marL="2743200" algn="l">
              <a:lnSpc>
                <a:spcPct val="110000"/>
              </a:lnSpc>
              <a:spcBef>
                <a:spcPts val="700"/>
              </a:spcBef>
              <a:spcAft>
                <a:spcPts val="0"/>
              </a:spcAft>
              <a:buSzPts val="750"/>
              <a:buNone/>
              <a:defRPr sz="750"/>
            </a:lvl6pPr>
            <a:lvl7pPr indent="-228600" lvl="6" marL="3200400" algn="l">
              <a:lnSpc>
                <a:spcPct val="110000"/>
              </a:lnSpc>
              <a:spcBef>
                <a:spcPts val="700"/>
              </a:spcBef>
              <a:spcAft>
                <a:spcPts val="0"/>
              </a:spcAft>
              <a:buSzPts val="750"/>
              <a:buNone/>
              <a:defRPr sz="750"/>
            </a:lvl7pPr>
            <a:lvl8pPr indent="-228600" lvl="7" marL="3657600" algn="l">
              <a:lnSpc>
                <a:spcPct val="110000"/>
              </a:lnSpc>
              <a:spcBef>
                <a:spcPts val="700"/>
              </a:spcBef>
              <a:spcAft>
                <a:spcPts val="0"/>
              </a:spcAft>
              <a:buSzPts val="750"/>
              <a:buNone/>
              <a:defRPr sz="750"/>
            </a:lvl8pPr>
            <a:lvl9pPr indent="-228600" lvl="8" marL="4114800" algn="l">
              <a:lnSpc>
                <a:spcPct val="110000"/>
              </a:lnSpc>
              <a:spcBef>
                <a:spcPts val="700"/>
              </a:spcBef>
              <a:spcAft>
                <a:spcPts val="0"/>
              </a:spcAft>
              <a:buSzPts val="750"/>
              <a:buNone/>
              <a:defRPr sz="750"/>
            </a:lvl9pPr>
          </a:lstStyle>
          <a:p/>
        </p:txBody>
      </p:sp>
      <p:sp>
        <p:nvSpPr>
          <p:cNvPr id="131" name="Google Shape;131;p73"/>
          <p:cNvSpPr txBox="1"/>
          <p:nvPr>
            <p:ph idx="10" type="dt"/>
          </p:nvPr>
        </p:nvSpPr>
        <p:spPr>
          <a:xfrm>
            <a:off x="574675" y="6375400"/>
            <a:ext cx="923925" cy="3492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2" name="Google Shape;132;p73"/>
          <p:cNvSpPr txBox="1"/>
          <p:nvPr>
            <p:ph idx="11" type="ftr"/>
          </p:nvPr>
        </p:nvSpPr>
        <p:spPr>
          <a:xfrm>
            <a:off x="1577975" y="6375400"/>
            <a:ext cx="2611438" cy="3460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73"/>
          <p:cNvSpPr txBox="1"/>
          <p:nvPr>
            <p:ph idx="12" type="sldNum"/>
          </p:nvPr>
        </p:nvSpPr>
        <p:spPr>
          <a:xfrm>
            <a:off x="4256088" y="6375400"/>
            <a:ext cx="947737" cy="34607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sz="1000">
                <a:solidFill>
                  <a:srgbClr val="595959"/>
                </a:solidFill>
                <a:latin typeface="Gill Sans"/>
                <a:ea typeface="Gill Sans"/>
                <a:cs typeface="Gill Sans"/>
                <a:sym typeface="Gill Sans"/>
              </a:defRPr>
            </a:lvl1pPr>
            <a:lvl2pPr indent="0" lvl="1" marL="0" algn="r">
              <a:spcBef>
                <a:spcPts val="0"/>
              </a:spcBef>
              <a:spcAft>
                <a:spcPts val="0"/>
              </a:spcAft>
              <a:buNone/>
              <a:defRPr sz="1000">
                <a:solidFill>
                  <a:srgbClr val="595959"/>
                </a:solidFill>
                <a:latin typeface="Gill Sans"/>
                <a:ea typeface="Gill Sans"/>
                <a:cs typeface="Gill Sans"/>
                <a:sym typeface="Gill Sans"/>
              </a:defRPr>
            </a:lvl2pPr>
            <a:lvl3pPr indent="0" lvl="2" marL="0" algn="r">
              <a:spcBef>
                <a:spcPts val="0"/>
              </a:spcBef>
              <a:spcAft>
                <a:spcPts val="0"/>
              </a:spcAft>
              <a:buNone/>
              <a:defRPr sz="1000">
                <a:solidFill>
                  <a:srgbClr val="595959"/>
                </a:solidFill>
                <a:latin typeface="Gill Sans"/>
                <a:ea typeface="Gill Sans"/>
                <a:cs typeface="Gill Sans"/>
                <a:sym typeface="Gill Sans"/>
              </a:defRPr>
            </a:lvl3pPr>
            <a:lvl4pPr indent="0" lvl="3" marL="0" algn="r">
              <a:spcBef>
                <a:spcPts val="0"/>
              </a:spcBef>
              <a:spcAft>
                <a:spcPts val="0"/>
              </a:spcAft>
              <a:buNone/>
              <a:defRPr sz="1000">
                <a:solidFill>
                  <a:srgbClr val="595959"/>
                </a:solidFill>
                <a:latin typeface="Gill Sans"/>
                <a:ea typeface="Gill Sans"/>
                <a:cs typeface="Gill Sans"/>
                <a:sym typeface="Gill Sans"/>
              </a:defRPr>
            </a:lvl4pPr>
            <a:lvl5pPr indent="0" lvl="4" marL="0" algn="r">
              <a:spcBef>
                <a:spcPts val="0"/>
              </a:spcBef>
              <a:spcAft>
                <a:spcPts val="0"/>
              </a:spcAft>
              <a:buNone/>
              <a:defRPr sz="1000">
                <a:solidFill>
                  <a:srgbClr val="595959"/>
                </a:solidFill>
                <a:latin typeface="Gill Sans"/>
                <a:ea typeface="Gill Sans"/>
                <a:cs typeface="Gill Sans"/>
                <a:sym typeface="Gill Sans"/>
              </a:defRPr>
            </a:lvl5pPr>
            <a:lvl6pPr indent="0" lvl="5" marL="0" algn="r">
              <a:spcBef>
                <a:spcPts val="0"/>
              </a:spcBef>
              <a:spcAft>
                <a:spcPts val="0"/>
              </a:spcAft>
              <a:buNone/>
              <a:defRPr sz="1000">
                <a:solidFill>
                  <a:srgbClr val="595959"/>
                </a:solidFill>
                <a:latin typeface="Gill Sans"/>
                <a:ea typeface="Gill Sans"/>
                <a:cs typeface="Gill Sans"/>
                <a:sym typeface="Gill Sans"/>
              </a:defRPr>
            </a:lvl6pPr>
            <a:lvl7pPr indent="0" lvl="6" marL="0" algn="r">
              <a:spcBef>
                <a:spcPts val="0"/>
              </a:spcBef>
              <a:spcAft>
                <a:spcPts val="0"/>
              </a:spcAft>
              <a:buNone/>
              <a:defRPr sz="1000">
                <a:solidFill>
                  <a:srgbClr val="595959"/>
                </a:solidFill>
                <a:latin typeface="Gill Sans"/>
                <a:ea typeface="Gill Sans"/>
                <a:cs typeface="Gill Sans"/>
                <a:sym typeface="Gill Sans"/>
              </a:defRPr>
            </a:lvl7pPr>
            <a:lvl8pPr indent="0" lvl="7" marL="0" algn="r">
              <a:spcBef>
                <a:spcPts val="0"/>
              </a:spcBef>
              <a:spcAft>
                <a:spcPts val="0"/>
              </a:spcAft>
              <a:buNone/>
              <a:defRPr sz="1000">
                <a:solidFill>
                  <a:srgbClr val="595959"/>
                </a:solidFill>
                <a:latin typeface="Gill Sans"/>
                <a:ea typeface="Gill Sans"/>
                <a:cs typeface="Gill Sans"/>
                <a:sym typeface="Gill Sans"/>
              </a:defRPr>
            </a:lvl8pPr>
            <a:lvl9pPr indent="0" lvl="8" marL="0" algn="r">
              <a:spcBef>
                <a:spcPts val="0"/>
              </a:spcBef>
              <a:spcAft>
                <a:spcPts val="0"/>
              </a:spcAft>
              <a:buNone/>
              <a:defRPr sz="1000">
                <a:solidFill>
                  <a:srgbClr val="595959"/>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4" name="Shape 134"/>
        <p:cNvGrpSpPr/>
        <p:nvPr/>
      </p:nvGrpSpPr>
      <p:grpSpPr>
        <a:xfrm>
          <a:off x="0" y="0"/>
          <a:ext cx="0" cy="0"/>
          <a:chOff x="0" y="0"/>
          <a:chExt cx="0" cy="0"/>
        </a:xfrm>
      </p:grpSpPr>
      <p:sp>
        <p:nvSpPr>
          <p:cNvPr id="135" name="Google Shape;135;p74"/>
          <p:cNvSpPr txBox="1"/>
          <p:nvPr>
            <p:ph type="title"/>
          </p:nvPr>
        </p:nvSpPr>
        <p:spPr>
          <a:xfrm>
            <a:off x="938213" y="382588"/>
            <a:ext cx="7634287" cy="149225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36" name="Google Shape;136;p74"/>
          <p:cNvSpPr txBox="1"/>
          <p:nvPr>
            <p:ph idx="1" type="body"/>
          </p:nvPr>
        </p:nvSpPr>
        <p:spPr>
          <a:xfrm rot="5400000">
            <a:off x="2958307" y="265907"/>
            <a:ext cx="3594100" cy="7634287"/>
          </a:xfrm>
          <a:prstGeom prst="rect">
            <a:avLst/>
          </a:prstGeom>
          <a:noFill/>
          <a:ln>
            <a:noFill/>
          </a:ln>
        </p:spPr>
        <p:txBody>
          <a:bodyPr anchorCtr="0" anchor="t" bIns="45700" lIns="91425" spcFirstLastPara="1" rIns="91425" wrap="square" tIns="45700">
            <a:noAutofit/>
          </a:bodyPr>
          <a:lstStyle>
            <a:lvl1pPr indent="-342900" lvl="0" marL="457200" algn="l">
              <a:lnSpc>
                <a:spcPct val="110000"/>
              </a:lnSpc>
              <a:spcBef>
                <a:spcPts val="700"/>
              </a:spcBef>
              <a:spcAft>
                <a:spcPts val="0"/>
              </a:spcAft>
              <a:buSzPts val="1800"/>
              <a:buChar char="•"/>
              <a:defRPr/>
            </a:lvl1pPr>
            <a:lvl2pPr indent="-342900" lvl="1" marL="914400" algn="l">
              <a:lnSpc>
                <a:spcPct val="110000"/>
              </a:lnSpc>
              <a:spcBef>
                <a:spcPts val="700"/>
              </a:spcBef>
              <a:spcAft>
                <a:spcPts val="0"/>
              </a:spcAft>
              <a:buSzPts val="1800"/>
              <a:buChar char="–"/>
              <a:defRPr/>
            </a:lvl2pPr>
            <a:lvl3pPr indent="-342900" lvl="2" marL="1371600" algn="l">
              <a:lnSpc>
                <a:spcPct val="110000"/>
              </a:lnSpc>
              <a:spcBef>
                <a:spcPts val="700"/>
              </a:spcBef>
              <a:spcAft>
                <a:spcPts val="0"/>
              </a:spcAft>
              <a:buSzPts val="1800"/>
              <a:buChar char="•"/>
              <a:defRPr/>
            </a:lvl3pPr>
            <a:lvl4pPr indent="-342900" lvl="3" marL="1828800" algn="l">
              <a:lnSpc>
                <a:spcPct val="110000"/>
              </a:lnSpc>
              <a:spcBef>
                <a:spcPts val="700"/>
              </a:spcBef>
              <a:spcAft>
                <a:spcPts val="0"/>
              </a:spcAft>
              <a:buSzPts val="1800"/>
              <a:buChar char="–"/>
              <a:defRPr/>
            </a:lvl4pPr>
            <a:lvl5pPr indent="-342900" lvl="4" marL="2286000" algn="l">
              <a:lnSpc>
                <a:spcPct val="110000"/>
              </a:lnSpc>
              <a:spcBef>
                <a:spcPts val="700"/>
              </a:spcBef>
              <a:spcAft>
                <a:spcPts val="0"/>
              </a:spcAft>
              <a:buSzPts val="1800"/>
              <a:buChar char="•"/>
              <a:defRPr/>
            </a:lvl5pPr>
            <a:lvl6pPr indent="-342900" lvl="5" marL="2743200" algn="l">
              <a:lnSpc>
                <a:spcPct val="110000"/>
              </a:lnSpc>
              <a:spcBef>
                <a:spcPts val="700"/>
              </a:spcBef>
              <a:spcAft>
                <a:spcPts val="0"/>
              </a:spcAft>
              <a:buSzPts val="1800"/>
              <a:buChar char="–"/>
              <a:defRPr/>
            </a:lvl6pPr>
            <a:lvl7pPr indent="-342900" lvl="6" marL="3200400" algn="l">
              <a:lnSpc>
                <a:spcPct val="110000"/>
              </a:lnSpc>
              <a:spcBef>
                <a:spcPts val="700"/>
              </a:spcBef>
              <a:spcAft>
                <a:spcPts val="0"/>
              </a:spcAft>
              <a:buSzPts val="1800"/>
              <a:buChar char="•"/>
              <a:defRPr/>
            </a:lvl7pPr>
            <a:lvl8pPr indent="-342900" lvl="7" marL="3657600" algn="l">
              <a:lnSpc>
                <a:spcPct val="110000"/>
              </a:lnSpc>
              <a:spcBef>
                <a:spcPts val="700"/>
              </a:spcBef>
              <a:spcAft>
                <a:spcPts val="0"/>
              </a:spcAft>
              <a:buSzPts val="1800"/>
              <a:buChar char="–"/>
              <a:defRPr/>
            </a:lvl8pPr>
            <a:lvl9pPr indent="-342900" lvl="8" marL="4114800" algn="l">
              <a:lnSpc>
                <a:spcPct val="110000"/>
              </a:lnSpc>
              <a:spcBef>
                <a:spcPts val="700"/>
              </a:spcBef>
              <a:spcAft>
                <a:spcPts val="0"/>
              </a:spcAft>
              <a:buSzPts val="1800"/>
              <a:buChar char="•"/>
              <a:defRPr/>
            </a:lvl9pPr>
          </a:lstStyle>
          <a:p/>
        </p:txBody>
      </p:sp>
      <p:sp>
        <p:nvSpPr>
          <p:cNvPr id="137" name="Google Shape;137;p74"/>
          <p:cNvSpPr txBox="1"/>
          <p:nvPr>
            <p:ph idx="10" type="dt"/>
          </p:nvPr>
        </p:nvSpPr>
        <p:spPr>
          <a:xfrm>
            <a:off x="938213" y="6375400"/>
            <a:ext cx="1747837" cy="3492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p74"/>
          <p:cNvSpPr txBox="1"/>
          <p:nvPr>
            <p:ph idx="11" type="ftr"/>
          </p:nvPr>
        </p:nvSpPr>
        <p:spPr>
          <a:xfrm>
            <a:off x="3028950" y="6375400"/>
            <a:ext cx="3086100" cy="3460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74"/>
          <p:cNvSpPr txBox="1"/>
          <p:nvPr>
            <p:ph idx="12" type="sldNum"/>
          </p:nvPr>
        </p:nvSpPr>
        <p:spPr>
          <a:xfrm>
            <a:off x="6457950" y="6375400"/>
            <a:ext cx="2114550" cy="34607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sz="1000">
                <a:solidFill>
                  <a:srgbClr val="595959"/>
                </a:solidFill>
                <a:latin typeface="Gill Sans"/>
                <a:ea typeface="Gill Sans"/>
                <a:cs typeface="Gill Sans"/>
                <a:sym typeface="Gill Sans"/>
              </a:defRPr>
            </a:lvl1pPr>
            <a:lvl2pPr indent="0" lvl="1" marL="0" algn="r">
              <a:spcBef>
                <a:spcPts val="0"/>
              </a:spcBef>
              <a:spcAft>
                <a:spcPts val="0"/>
              </a:spcAft>
              <a:buNone/>
              <a:defRPr sz="1000">
                <a:solidFill>
                  <a:srgbClr val="595959"/>
                </a:solidFill>
                <a:latin typeface="Gill Sans"/>
                <a:ea typeface="Gill Sans"/>
                <a:cs typeface="Gill Sans"/>
                <a:sym typeface="Gill Sans"/>
              </a:defRPr>
            </a:lvl2pPr>
            <a:lvl3pPr indent="0" lvl="2" marL="0" algn="r">
              <a:spcBef>
                <a:spcPts val="0"/>
              </a:spcBef>
              <a:spcAft>
                <a:spcPts val="0"/>
              </a:spcAft>
              <a:buNone/>
              <a:defRPr sz="1000">
                <a:solidFill>
                  <a:srgbClr val="595959"/>
                </a:solidFill>
                <a:latin typeface="Gill Sans"/>
                <a:ea typeface="Gill Sans"/>
                <a:cs typeface="Gill Sans"/>
                <a:sym typeface="Gill Sans"/>
              </a:defRPr>
            </a:lvl3pPr>
            <a:lvl4pPr indent="0" lvl="3" marL="0" algn="r">
              <a:spcBef>
                <a:spcPts val="0"/>
              </a:spcBef>
              <a:spcAft>
                <a:spcPts val="0"/>
              </a:spcAft>
              <a:buNone/>
              <a:defRPr sz="1000">
                <a:solidFill>
                  <a:srgbClr val="595959"/>
                </a:solidFill>
                <a:latin typeface="Gill Sans"/>
                <a:ea typeface="Gill Sans"/>
                <a:cs typeface="Gill Sans"/>
                <a:sym typeface="Gill Sans"/>
              </a:defRPr>
            </a:lvl4pPr>
            <a:lvl5pPr indent="0" lvl="4" marL="0" algn="r">
              <a:spcBef>
                <a:spcPts val="0"/>
              </a:spcBef>
              <a:spcAft>
                <a:spcPts val="0"/>
              </a:spcAft>
              <a:buNone/>
              <a:defRPr sz="1000">
                <a:solidFill>
                  <a:srgbClr val="595959"/>
                </a:solidFill>
                <a:latin typeface="Gill Sans"/>
                <a:ea typeface="Gill Sans"/>
                <a:cs typeface="Gill Sans"/>
                <a:sym typeface="Gill Sans"/>
              </a:defRPr>
            </a:lvl5pPr>
            <a:lvl6pPr indent="0" lvl="5" marL="0" algn="r">
              <a:spcBef>
                <a:spcPts val="0"/>
              </a:spcBef>
              <a:spcAft>
                <a:spcPts val="0"/>
              </a:spcAft>
              <a:buNone/>
              <a:defRPr sz="1000">
                <a:solidFill>
                  <a:srgbClr val="595959"/>
                </a:solidFill>
                <a:latin typeface="Gill Sans"/>
                <a:ea typeface="Gill Sans"/>
                <a:cs typeface="Gill Sans"/>
                <a:sym typeface="Gill Sans"/>
              </a:defRPr>
            </a:lvl6pPr>
            <a:lvl7pPr indent="0" lvl="6" marL="0" algn="r">
              <a:spcBef>
                <a:spcPts val="0"/>
              </a:spcBef>
              <a:spcAft>
                <a:spcPts val="0"/>
              </a:spcAft>
              <a:buNone/>
              <a:defRPr sz="1000">
                <a:solidFill>
                  <a:srgbClr val="595959"/>
                </a:solidFill>
                <a:latin typeface="Gill Sans"/>
                <a:ea typeface="Gill Sans"/>
                <a:cs typeface="Gill Sans"/>
                <a:sym typeface="Gill Sans"/>
              </a:defRPr>
            </a:lvl7pPr>
            <a:lvl8pPr indent="0" lvl="7" marL="0" algn="r">
              <a:spcBef>
                <a:spcPts val="0"/>
              </a:spcBef>
              <a:spcAft>
                <a:spcPts val="0"/>
              </a:spcAft>
              <a:buNone/>
              <a:defRPr sz="1000">
                <a:solidFill>
                  <a:srgbClr val="595959"/>
                </a:solidFill>
                <a:latin typeface="Gill Sans"/>
                <a:ea typeface="Gill Sans"/>
                <a:cs typeface="Gill Sans"/>
                <a:sym typeface="Gill Sans"/>
              </a:defRPr>
            </a:lvl8pPr>
            <a:lvl9pPr indent="0" lvl="8" marL="0" algn="r">
              <a:spcBef>
                <a:spcPts val="0"/>
              </a:spcBef>
              <a:spcAft>
                <a:spcPts val="0"/>
              </a:spcAft>
              <a:buNone/>
              <a:defRPr sz="1000">
                <a:solidFill>
                  <a:srgbClr val="595959"/>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0" name="Shape 140"/>
        <p:cNvGrpSpPr/>
        <p:nvPr/>
      </p:nvGrpSpPr>
      <p:grpSpPr>
        <a:xfrm>
          <a:off x="0" y="0"/>
          <a:ext cx="0" cy="0"/>
          <a:chOff x="0" y="0"/>
          <a:chExt cx="0" cy="0"/>
        </a:xfrm>
      </p:grpSpPr>
      <p:sp>
        <p:nvSpPr>
          <p:cNvPr id="141" name="Google Shape;141;p75"/>
          <p:cNvSpPr txBox="1"/>
          <p:nvPr>
            <p:ph type="title"/>
          </p:nvPr>
        </p:nvSpPr>
        <p:spPr>
          <a:xfrm rot="5400000">
            <a:off x="4982674" y="2296623"/>
            <a:ext cx="5600404" cy="177193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42" name="Google Shape;142;p75"/>
          <p:cNvSpPr txBox="1"/>
          <p:nvPr>
            <p:ph idx="1" type="body"/>
          </p:nvPr>
        </p:nvSpPr>
        <p:spPr>
          <a:xfrm rot="5400000">
            <a:off x="1047531" y="277830"/>
            <a:ext cx="5600404" cy="5809517"/>
          </a:xfrm>
          <a:prstGeom prst="rect">
            <a:avLst/>
          </a:prstGeom>
          <a:noFill/>
          <a:ln>
            <a:noFill/>
          </a:ln>
        </p:spPr>
        <p:txBody>
          <a:bodyPr anchorCtr="0" anchor="t" bIns="45700" lIns="91425" spcFirstLastPara="1" rIns="91425" wrap="square" tIns="45700">
            <a:noAutofit/>
          </a:bodyPr>
          <a:lstStyle>
            <a:lvl1pPr indent="-342900" lvl="0" marL="457200" algn="l">
              <a:lnSpc>
                <a:spcPct val="110000"/>
              </a:lnSpc>
              <a:spcBef>
                <a:spcPts val="700"/>
              </a:spcBef>
              <a:spcAft>
                <a:spcPts val="0"/>
              </a:spcAft>
              <a:buSzPts val="1800"/>
              <a:buChar char="•"/>
              <a:defRPr/>
            </a:lvl1pPr>
            <a:lvl2pPr indent="-342900" lvl="1" marL="914400" algn="l">
              <a:lnSpc>
                <a:spcPct val="110000"/>
              </a:lnSpc>
              <a:spcBef>
                <a:spcPts val="700"/>
              </a:spcBef>
              <a:spcAft>
                <a:spcPts val="0"/>
              </a:spcAft>
              <a:buSzPts val="1800"/>
              <a:buChar char="–"/>
              <a:defRPr/>
            </a:lvl2pPr>
            <a:lvl3pPr indent="-342900" lvl="2" marL="1371600" algn="l">
              <a:lnSpc>
                <a:spcPct val="110000"/>
              </a:lnSpc>
              <a:spcBef>
                <a:spcPts val="700"/>
              </a:spcBef>
              <a:spcAft>
                <a:spcPts val="0"/>
              </a:spcAft>
              <a:buSzPts val="1800"/>
              <a:buChar char="•"/>
              <a:defRPr/>
            </a:lvl3pPr>
            <a:lvl4pPr indent="-342900" lvl="3" marL="1828800" algn="l">
              <a:lnSpc>
                <a:spcPct val="110000"/>
              </a:lnSpc>
              <a:spcBef>
                <a:spcPts val="700"/>
              </a:spcBef>
              <a:spcAft>
                <a:spcPts val="0"/>
              </a:spcAft>
              <a:buSzPts val="1800"/>
              <a:buChar char="–"/>
              <a:defRPr/>
            </a:lvl4pPr>
            <a:lvl5pPr indent="-342900" lvl="4" marL="2286000" algn="l">
              <a:lnSpc>
                <a:spcPct val="110000"/>
              </a:lnSpc>
              <a:spcBef>
                <a:spcPts val="700"/>
              </a:spcBef>
              <a:spcAft>
                <a:spcPts val="0"/>
              </a:spcAft>
              <a:buSzPts val="1800"/>
              <a:buChar char="•"/>
              <a:defRPr/>
            </a:lvl5pPr>
            <a:lvl6pPr indent="-342900" lvl="5" marL="2743200" algn="l">
              <a:lnSpc>
                <a:spcPct val="110000"/>
              </a:lnSpc>
              <a:spcBef>
                <a:spcPts val="700"/>
              </a:spcBef>
              <a:spcAft>
                <a:spcPts val="0"/>
              </a:spcAft>
              <a:buSzPts val="1800"/>
              <a:buChar char="–"/>
              <a:defRPr/>
            </a:lvl6pPr>
            <a:lvl7pPr indent="-342900" lvl="6" marL="3200400" algn="l">
              <a:lnSpc>
                <a:spcPct val="110000"/>
              </a:lnSpc>
              <a:spcBef>
                <a:spcPts val="700"/>
              </a:spcBef>
              <a:spcAft>
                <a:spcPts val="0"/>
              </a:spcAft>
              <a:buSzPts val="1800"/>
              <a:buChar char="•"/>
              <a:defRPr/>
            </a:lvl7pPr>
            <a:lvl8pPr indent="-342900" lvl="7" marL="3657600" algn="l">
              <a:lnSpc>
                <a:spcPct val="110000"/>
              </a:lnSpc>
              <a:spcBef>
                <a:spcPts val="700"/>
              </a:spcBef>
              <a:spcAft>
                <a:spcPts val="0"/>
              </a:spcAft>
              <a:buSzPts val="1800"/>
              <a:buChar char="–"/>
              <a:defRPr/>
            </a:lvl8pPr>
            <a:lvl9pPr indent="-342900" lvl="8" marL="4114800" algn="l">
              <a:lnSpc>
                <a:spcPct val="110000"/>
              </a:lnSpc>
              <a:spcBef>
                <a:spcPts val="700"/>
              </a:spcBef>
              <a:spcAft>
                <a:spcPts val="0"/>
              </a:spcAft>
              <a:buSzPts val="1800"/>
              <a:buChar char="•"/>
              <a:defRPr/>
            </a:lvl9pPr>
          </a:lstStyle>
          <a:p/>
        </p:txBody>
      </p:sp>
      <p:sp>
        <p:nvSpPr>
          <p:cNvPr id="143" name="Google Shape;143;p75"/>
          <p:cNvSpPr txBox="1"/>
          <p:nvPr>
            <p:ph idx="10" type="dt"/>
          </p:nvPr>
        </p:nvSpPr>
        <p:spPr>
          <a:xfrm>
            <a:off x="938213" y="6375400"/>
            <a:ext cx="1747837" cy="3492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4" name="Google Shape;144;p75"/>
          <p:cNvSpPr txBox="1"/>
          <p:nvPr>
            <p:ph idx="11" type="ftr"/>
          </p:nvPr>
        </p:nvSpPr>
        <p:spPr>
          <a:xfrm>
            <a:off x="3028950" y="6375400"/>
            <a:ext cx="3086100" cy="3460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5" name="Google Shape;145;p75"/>
          <p:cNvSpPr txBox="1"/>
          <p:nvPr>
            <p:ph idx="12" type="sldNum"/>
          </p:nvPr>
        </p:nvSpPr>
        <p:spPr>
          <a:xfrm>
            <a:off x="6457950" y="6375400"/>
            <a:ext cx="2114550" cy="34607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sz="1000">
                <a:solidFill>
                  <a:srgbClr val="595959"/>
                </a:solidFill>
                <a:latin typeface="Gill Sans"/>
                <a:ea typeface="Gill Sans"/>
                <a:cs typeface="Gill Sans"/>
                <a:sym typeface="Gill Sans"/>
              </a:defRPr>
            </a:lvl1pPr>
            <a:lvl2pPr indent="0" lvl="1" marL="0" algn="r">
              <a:spcBef>
                <a:spcPts val="0"/>
              </a:spcBef>
              <a:spcAft>
                <a:spcPts val="0"/>
              </a:spcAft>
              <a:buNone/>
              <a:defRPr sz="1000">
                <a:solidFill>
                  <a:srgbClr val="595959"/>
                </a:solidFill>
                <a:latin typeface="Gill Sans"/>
                <a:ea typeface="Gill Sans"/>
                <a:cs typeface="Gill Sans"/>
                <a:sym typeface="Gill Sans"/>
              </a:defRPr>
            </a:lvl2pPr>
            <a:lvl3pPr indent="0" lvl="2" marL="0" algn="r">
              <a:spcBef>
                <a:spcPts val="0"/>
              </a:spcBef>
              <a:spcAft>
                <a:spcPts val="0"/>
              </a:spcAft>
              <a:buNone/>
              <a:defRPr sz="1000">
                <a:solidFill>
                  <a:srgbClr val="595959"/>
                </a:solidFill>
                <a:latin typeface="Gill Sans"/>
                <a:ea typeface="Gill Sans"/>
                <a:cs typeface="Gill Sans"/>
                <a:sym typeface="Gill Sans"/>
              </a:defRPr>
            </a:lvl3pPr>
            <a:lvl4pPr indent="0" lvl="3" marL="0" algn="r">
              <a:spcBef>
                <a:spcPts val="0"/>
              </a:spcBef>
              <a:spcAft>
                <a:spcPts val="0"/>
              </a:spcAft>
              <a:buNone/>
              <a:defRPr sz="1000">
                <a:solidFill>
                  <a:srgbClr val="595959"/>
                </a:solidFill>
                <a:latin typeface="Gill Sans"/>
                <a:ea typeface="Gill Sans"/>
                <a:cs typeface="Gill Sans"/>
                <a:sym typeface="Gill Sans"/>
              </a:defRPr>
            </a:lvl4pPr>
            <a:lvl5pPr indent="0" lvl="4" marL="0" algn="r">
              <a:spcBef>
                <a:spcPts val="0"/>
              </a:spcBef>
              <a:spcAft>
                <a:spcPts val="0"/>
              </a:spcAft>
              <a:buNone/>
              <a:defRPr sz="1000">
                <a:solidFill>
                  <a:srgbClr val="595959"/>
                </a:solidFill>
                <a:latin typeface="Gill Sans"/>
                <a:ea typeface="Gill Sans"/>
                <a:cs typeface="Gill Sans"/>
                <a:sym typeface="Gill Sans"/>
              </a:defRPr>
            </a:lvl5pPr>
            <a:lvl6pPr indent="0" lvl="5" marL="0" algn="r">
              <a:spcBef>
                <a:spcPts val="0"/>
              </a:spcBef>
              <a:spcAft>
                <a:spcPts val="0"/>
              </a:spcAft>
              <a:buNone/>
              <a:defRPr sz="1000">
                <a:solidFill>
                  <a:srgbClr val="595959"/>
                </a:solidFill>
                <a:latin typeface="Gill Sans"/>
                <a:ea typeface="Gill Sans"/>
                <a:cs typeface="Gill Sans"/>
                <a:sym typeface="Gill Sans"/>
              </a:defRPr>
            </a:lvl6pPr>
            <a:lvl7pPr indent="0" lvl="6" marL="0" algn="r">
              <a:spcBef>
                <a:spcPts val="0"/>
              </a:spcBef>
              <a:spcAft>
                <a:spcPts val="0"/>
              </a:spcAft>
              <a:buNone/>
              <a:defRPr sz="1000">
                <a:solidFill>
                  <a:srgbClr val="595959"/>
                </a:solidFill>
                <a:latin typeface="Gill Sans"/>
                <a:ea typeface="Gill Sans"/>
                <a:cs typeface="Gill Sans"/>
                <a:sym typeface="Gill Sans"/>
              </a:defRPr>
            </a:lvl7pPr>
            <a:lvl8pPr indent="0" lvl="7" marL="0" algn="r">
              <a:spcBef>
                <a:spcPts val="0"/>
              </a:spcBef>
              <a:spcAft>
                <a:spcPts val="0"/>
              </a:spcAft>
              <a:buNone/>
              <a:defRPr sz="1000">
                <a:solidFill>
                  <a:srgbClr val="595959"/>
                </a:solidFill>
                <a:latin typeface="Gill Sans"/>
                <a:ea typeface="Gill Sans"/>
                <a:cs typeface="Gill Sans"/>
                <a:sym typeface="Gill Sans"/>
              </a:defRPr>
            </a:lvl8pPr>
            <a:lvl9pPr indent="0" lvl="8" marL="0" algn="r">
              <a:spcBef>
                <a:spcPts val="0"/>
              </a:spcBef>
              <a:spcAft>
                <a:spcPts val="0"/>
              </a:spcAft>
              <a:buNone/>
              <a:defRPr sz="1000">
                <a:solidFill>
                  <a:srgbClr val="595959"/>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theme" Target="../theme/theme2.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 name="Shape 5"/>
        <p:cNvGrpSpPr/>
        <p:nvPr/>
      </p:nvGrpSpPr>
      <p:grpSpPr>
        <a:xfrm>
          <a:off x="0" y="0"/>
          <a:ext cx="0" cy="0"/>
          <a:chOff x="0" y="0"/>
          <a:chExt cx="0" cy="0"/>
        </a:xfrm>
      </p:grpSpPr>
      <p:sp>
        <p:nvSpPr>
          <p:cNvPr id="6" name="Google Shape;6;p57"/>
          <p:cNvSpPr txBox="1"/>
          <p:nvPr>
            <p:ph type="title"/>
          </p:nvPr>
        </p:nvSpPr>
        <p:spPr>
          <a:xfrm>
            <a:off x="938213" y="382588"/>
            <a:ext cx="7634287" cy="1492250"/>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0"/>
              </a:spcBef>
              <a:spcAft>
                <a:spcPts val="0"/>
              </a:spcAft>
              <a:buSzPts val="1400"/>
              <a:buNone/>
              <a:defRPr b="0" i="0" sz="5100" u="none" cap="none" strike="noStrike">
                <a:solidFill>
                  <a:schemeClr val="dk2"/>
                </a:solidFill>
                <a:latin typeface="Impact"/>
                <a:ea typeface="Impact"/>
                <a:cs typeface="Impact"/>
                <a:sym typeface="Impact"/>
              </a:defRPr>
            </a:lvl1pPr>
            <a:lvl2pPr lvl="1" marR="0" rtl="0" algn="l">
              <a:lnSpc>
                <a:spcPct val="90000"/>
              </a:lnSpc>
              <a:spcBef>
                <a:spcPts val="0"/>
              </a:spcBef>
              <a:spcAft>
                <a:spcPts val="0"/>
              </a:spcAft>
              <a:buSzPts val="1400"/>
              <a:buNone/>
              <a:defRPr b="0" i="0" sz="5100" u="none" cap="none" strike="noStrike">
                <a:solidFill>
                  <a:schemeClr val="dk2"/>
                </a:solidFill>
                <a:latin typeface="Impact"/>
                <a:ea typeface="Impact"/>
                <a:cs typeface="Impact"/>
                <a:sym typeface="Impact"/>
              </a:defRPr>
            </a:lvl2pPr>
            <a:lvl3pPr lvl="2" marR="0" rtl="0" algn="l">
              <a:lnSpc>
                <a:spcPct val="90000"/>
              </a:lnSpc>
              <a:spcBef>
                <a:spcPts val="0"/>
              </a:spcBef>
              <a:spcAft>
                <a:spcPts val="0"/>
              </a:spcAft>
              <a:buSzPts val="1400"/>
              <a:buNone/>
              <a:defRPr b="0" i="0" sz="5100" u="none" cap="none" strike="noStrike">
                <a:solidFill>
                  <a:schemeClr val="dk2"/>
                </a:solidFill>
                <a:latin typeface="Impact"/>
                <a:ea typeface="Impact"/>
                <a:cs typeface="Impact"/>
                <a:sym typeface="Impact"/>
              </a:defRPr>
            </a:lvl3pPr>
            <a:lvl4pPr lvl="3" marR="0" rtl="0" algn="l">
              <a:lnSpc>
                <a:spcPct val="90000"/>
              </a:lnSpc>
              <a:spcBef>
                <a:spcPts val="0"/>
              </a:spcBef>
              <a:spcAft>
                <a:spcPts val="0"/>
              </a:spcAft>
              <a:buSzPts val="1400"/>
              <a:buNone/>
              <a:defRPr b="0" i="0" sz="5100" u="none" cap="none" strike="noStrike">
                <a:solidFill>
                  <a:schemeClr val="dk2"/>
                </a:solidFill>
                <a:latin typeface="Impact"/>
                <a:ea typeface="Impact"/>
                <a:cs typeface="Impact"/>
                <a:sym typeface="Impact"/>
              </a:defRPr>
            </a:lvl4pPr>
            <a:lvl5pPr lvl="4" marR="0" rtl="0" algn="l">
              <a:lnSpc>
                <a:spcPct val="90000"/>
              </a:lnSpc>
              <a:spcBef>
                <a:spcPts val="0"/>
              </a:spcBef>
              <a:spcAft>
                <a:spcPts val="0"/>
              </a:spcAft>
              <a:buSzPts val="1400"/>
              <a:buNone/>
              <a:defRPr b="0" i="0" sz="5100" u="none" cap="none" strike="noStrike">
                <a:solidFill>
                  <a:schemeClr val="dk2"/>
                </a:solidFill>
                <a:latin typeface="Impact"/>
                <a:ea typeface="Impact"/>
                <a:cs typeface="Impact"/>
                <a:sym typeface="Impact"/>
              </a:defRPr>
            </a:lvl5pPr>
            <a:lvl6pPr lvl="5" marR="0" rtl="0" algn="l">
              <a:lnSpc>
                <a:spcPct val="90000"/>
              </a:lnSpc>
              <a:spcBef>
                <a:spcPts val="0"/>
              </a:spcBef>
              <a:spcAft>
                <a:spcPts val="0"/>
              </a:spcAft>
              <a:buSzPts val="1400"/>
              <a:buNone/>
              <a:defRPr b="0" i="0" sz="5100" u="none" cap="none" strike="noStrike">
                <a:solidFill>
                  <a:schemeClr val="dk2"/>
                </a:solidFill>
                <a:latin typeface="Impact"/>
                <a:ea typeface="Impact"/>
                <a:cs typeface="Impact"/>
                <a:sym typeface="Impact"/>
              </a:defRPr>
            </a:lvl6pPr>
            <a:lvl7pPr lvl="6" marR="0" rtl="0" algn="l">
              <a:lnSpc>
                <a:spcPct val="90000"/>
              </a:lnSpc>
              <a:spcBef>
                <a:spcPts val="0"/>
              </a:spcBef>
              <a:spcAft>
                <a:spcPts val="0"/>
              </a:spcAft>
              <a:buSzPts val="1400"/>
              <a:buNone/>
              <a:defRPr b="0" i="0" sz="5100" u="none" cap="none" strike="noStrike">
                <a:solidFill>
                  <a:schemeClr val="dk2"/>
                </a:solidFill>
                <a:latin typeface="Impact"/>
                <a:ea typeface="Impact"/>
                <a:cs typeface="Impact"/>
                <a:sym typeface="Impact"/>
              </a:defRPr>
            </a:lvl7pPr>
            <a:lvl8pPr lvl="7" marR="0" rtl="0" algn="l">
              <a:lnSpc>
                <a:spcPct val="90000"/>
              </a:lnSpc>
              <a:spcBef>
                <a:spcPts val="0"/>
              </a:spcBef>
              <a:spcAft>
                <a:spcPts val="0"/>
              </a:spcAft>
              <a:buSzPts val="1400"/>
              <a:buNone/>
              <a:defRPr b="0" i="0" sz="5100" u="none" cap="none" strike="noStrike">
                <a:solidFill>
                  <a:schemeClr val="dk2"/>
                </a:solidFill>
                <a:latin typeface="Impact"/>
                <a:ea typeface="Impact"/>
                <a:cs typeface="Impact"/>
                <a:sym typeface="Impact"/>
              </a:defRPr>
            </a:lvl8pPr>
            <a:lvl9pPr lvl="8" marR="0" rtl="0" algn="l">
              <a:lnSpc>
                <a:spcPct val="90000"/>
              </a:lnSpc>
              <a:spcBef>
                <a:spcPts val="0"/>
              </a:spcBef>
              <a:spcAft>
                <a:spcPts val="0"/>
              </a:spcAft>
              <a:buSzPts val="1400"/>
              <a:buNone/>
              <a:defRPr b="0" i="0" sz="5100" u="none" cap="none" strike="noStrike">
                <a:solidFill>
                  <a:schemeClr val="dk2"/>
                </a:solidFill>
                <a:latin typeface="Impact"/>
                <a:ea typeface="Impact"/>
                <a:cs typeface="Impact"/>
                <a:sym typeface="Impact"/>
              </a:defRPr>
            </a:lvl9pPr>
          </a:lstStyle>
          <a:p/>
        </p:txBody>
      </p:sp>
      <p:sp>
        <p:nvSpPr>
          <p:cNvPr id="7" name="Google Shape;7;p57"/>
          <p:cNvSpPr txBox="1"/>
          <p:nvPr>
            <p:ph idx="1" type="body"/>
          </p:nvPr>
        </p:nvSpPr>
        <p:spPr>
          <a:xfrm>
            <a:off x="938213" y="2286000"/>
            <a:ext cx="7634287" cy="3594100"/>
          </a:xfrm>
          <a:prstGeom prst="rect">
            <a:avLst/>
          </a:prstGeom>
          <a:noFill/>
          <a:ln>
            <a:noFill/>
          </a:ln>
        </p:spPr>
        <p:txBody>
          <a:bodyPr anchorCtr="0" anchor="t" bIns="45700" lIns="91425" spcFirstLastPara="1" rIns="91425" wrap="square" tIns="45700">
            <a:noAutofit/>
          </a:bodyPr>
          <a:lstStyle>
            <a:lvl1pPr indent="-355600" lvl="0" marL="457200" marR="0" rtl="0" algn="l">
              <a:lnSpc>
                <a:spcPct val="110000"/>
              </a:lnSpc>
              <a:spcBef>
                <a:spcPts val="700"/>
              </a:spcBef>
              <a:spcAft>
                <a:spcPts val="0"/>
              </a:spcAft>
              <a:buClr>
                <a:schemeClr val="dk2"/>
              </a:buClr>
              <a:buSzPts val="2000"/>
              <a:buFont typeface="Arial"/>
              <a:buChar char="•"/>
              <a:defRPr b="0" i="0" sz="2000" u="none" cap="none" strike="noStrike">
                <a:solidFill>
                  <a:srgbClr val="595959"/>
                </a:solidFill>
                <a:latin typeface="Gill Sans"/>
                <a:ea typeface="Gill Sans"/>
                <a:cs typeface="Gill Sans"/>
                <a:sym typeface="Gill Sans"/>
              </a:defRPr>
            </a:lvl1pPr>
            <a:lvl2pPr indent="-342900" lvl="1" marL="914400" marR="0" rtl="0" algn="l">
              <a:lnSpc>
                <a:spcPct val="110000"/>
              </a:lnSpc>
              <a:spcBef>
                <a:spcPts val="700"/>
              </a:spcBef>
              <a:spcAft>
                <a:spcPts val="0"/>
              </a:spcAft>
              <a:buClr>
                <a:schemeClr val="dk2"/>
              </a:buClr>
              <a:buSzPts val="1800"/>
              <a:buFont typeface="Gill Sans"/>
              <a:buChar char="–"/>
              <a:defRPr b="0" i="0" sz="1800" u="none" cap="none" strike="noStrike">
                <a:solidFill>
                  <a:srgbClr val="595959"/>
                </a:solidFill>
                <a:latin typeface="Gill Sans"/>
                <a:ea typeface="Gill Sans"/>
                <a:cs typeface="Gill Sans"/>
                <a:sym typeface="Gill Sans"/>
              </a:defRPr>
            </a:lvl2pPr>
            <a:lvl3pPr indent="-330200" lvl="2" marL="1371600" marR="0" rtl="0" algn="l">
              <a:lnSpc>
                <a:spcPct val="110000"/>
              </a:lnSpc>
              <a:spcBef>
                <a:spcPts val="700"/>
              </a:spcBef>
              <a:spcAft>
                <a:spcPts val="0"/>
              </a:spcAft>
              <a:buClr>
                <a:schemeClr val="dk2"/>
              </a:buClr>
              <a:buSzPts val="1600"/>
              <a:buFont typeface="Arial"/>
              <a:buChar char="•"/>
              <a:defRPr b="0" i="0" sz="1600" u="none" cap="none" strike="noStrike">
                <a:solidFill>
                  <a:srgbClr val="595959"/>
                </a:solidFill>
                <a:latin typeface="Gill Sans"/>
                <a:ea typeface="Gill Sans"/>
                <a:cs typeface="Gill Sans"/>
                <a:sym typeface="Gill Sans"/>
              </a:defRPr>
            </a:lvl3pPr>
            <a:lvl4pPr indent="-317500" lvl="3" marL="1828800" marR="0" rtl="0" algn="l">
              <a:lnSpc>
                <a:spcPct val="110000"/>
              </a:lnSpc>
              <a:spcBef>
                <a:spcPts val="700"/>
              </a:spcBef>
              <a:spcAft>
                <a:spcPts val="0"/>
              </a:spcAft>
              <a:buClr>
                <a:schemeClr val="dk2"/>
              </a:buClr>
              <a:buSzPts val="1400"/>
              <a:buFont typeface="Gill Sans"/>
              <a:buChar char="–"/>
              <a:defRPr b="0" i="0" sz="1400" u="none" cap="none" strike="noStrike">
                <a:solidFill>
                  <a:srgbClr val="595959"/>
                </a:solidFill>
                <a:latin typeface="Gill Sans"/>
                <a:ea typeface="Gill Sans"/>
                <a:cs typeface="Gill Sans"/>
                <a:sym typeface="Gill Sans"/>
              </a:defRPr>
            </a:lvl4pPr>
            <a:lvl5pPr indent="-317500" lvl="4" marL="2286000" marR="0" rtl="0" algn="l">
              <a:lnSpc>
                <a:spcPct val="110000"/>
              </a:lnSpc>
              <a:spcBef>
                <a:spcPts val="700"/>
              </a:spcBef>
              <a:spcAft>
                <a:spcPts val="0"/>
              </a:spcAft>
              <a:buClr>
                <a:schemeClr val="dk2"/>
              </a:buClr>
              <a:buSzPts val="1400"/>
              <a:buFont typeface="Arial"/>
              <a:buChar char="•"/>
              <a:defRPr b="0" i="0" sz="1400" u="none" cap="none" strike="noStrike">
                <a:solidFill>
                  <a:srgbClr val="595959"/>
                </a:solidFill>
                <a:latin typeface="Gill Sans"/>
                <a:ea typeface="Gill Sans"/>
                <a:cs typeface="Gill Sans"/>
                <a:sym typeface="Gill Sans"/>
              </a:defRPr>
            </a:lvl5pPr>
            <a:lvl6pPr indent="-317500" lvl="5" marL="2743200" marR="0" rtl="0" algn="l">
              <a:lnSpc>
                <a:spcPct val="110000"/>
              </a:lnSpc>
              <a:spcBef>
                <a:spcPts val="700"/>
              </a:spcBef>
              <a:spcAft>
                <a:spcPts val="0"/>
              </a:spcAft>
              <a:buClr>
                <a:schemeClr val="dk2"/>
              </a:buClr>
              <a:buSzPts val="1400"/>
              <a:buFont typeface="Gill Sans"/>
              <a:buChar char="–"/>
              <a:defRPr b="0" i="0" sz="1400" u="none" cap="none" strike="noStrike">
                <a:solidFill>
                  <a:srgbClr val="595959"/>
                </a:solidFill>
                <a:latin typeface="Gill Sans"/>
                <a:ea typeface="Gill Sans"/>
                <a:cs typeface="Gill Sans"/>
                <a:sym typeface="Gill Sans"/>
              </a:defRPr>
            </a:lvl6pPr>
            <a:lvl7pPr indent="-317500" lvl="6" marL="3200400" marR="0" rtl="0" algn="l">
              <a:lnSpc>
                <a:spcPct val="110000"/>
              </a:lnSpc>
              <a:spcBef>
                <a:spcPts val="700"/>
              </a:spcBef>
              <a:spcAft>
                <a:spcPts val="0"/>
              </a:spcAft>
              <a:buClr>
                <a:schemeClr val="dk2"/>
              </a:buClr>
              <a:buSzPts val="1400"/>
              <a:buFont typeface="Arial"/>
              <a:buChar char="•"/>
              <a:defRPr b="0" i="0" sz="1400" u="none" cap="none" strike="noStrike">
                <a:solidFill>
                  <a:srgbClr val="595959"/>
                </a:solidFill>
                <a:latin typeface="Gill Sans"/>
                <a:ea typeface="Gill Sans"/>
                <a:cs typeface="Gill Sans"/>
                <a:sym typeface="Gill Sans"/>
              </a:defRPr>
            </a:lvl7pPr>
            <a:lvl8pPr indent="-317500" lvl="7" marL="3657600" marR="0" rtl="0" algn="l">
              <a:lnSpc>
                <a:spcPct val="110000"/>
              </a:lnSpc>
              <a:spcBef>
                <a:spcPts val="700"/>
              </a:spcBef>
              <a:spcAft>
                <a:spcPts val="0"/>
              </a:spcAft>
              <a:buClr>
                <a:schemeClr val="dk2"/>
              </a:buClr>
              <a:buSzPts val="1400"/>
              <a:buFont typeface="Gill Sans"/>
              <a:buChar char="–"/>
              <a:defRPr b="0" i="0" sz="1400" u="none" cap="none" strike="noStrike">
                <a:solidFill>
                  <a:srgbClr val="595959"/>
                </a:solidFill>
                <a:latin typeface="Gill Sans"/>
                <a:ea typeface="Gill Sans"/>
                <a:cs typeface="Gill Sans"/>
                <a:sym typeface="Gill Sans"/>
              </a:defRPr>
            </a:lvl8pPr>
            <a:lvl9pPr indent="-317500" lvl="8" marL="4114800" marR="0" rtl="0" algn="l">
              <a:lnSpc>
                <a:spcPct val="110000"/>
              </a:lnSpc>
              <a:spcBef>
                <a:spcPts val="700"/>
              </a:spcBef>
              <a:spcAft>
                <a:spcPts val="0"/>
              </a:spcAft>
              <a:buClr>
                <a:schemeClr val="dk2"/>
              </a:buClr>
              <a:buSzPts val="1400"/>
              <a:buFont typeface="Arial"/>
              <a:buChar char="•"/>
              <a:defRPr b="0" i="0" sz="1400" u="none" cap="none" strike="noStrike">
                <a:solidFill>
                  <a:srgbClr val="595959"/>
                </a:solidFill>
                <a:latin typeface="Gill Sans"/>
                <a:ea typeface="Gill Sans"/>
                <a:cs typeface="Gill Sans"/>
                <a:sym typeface="Gill Sans"/>
              </a:defRPr>
            </a:lvl9pPr>
          </a:lstStyle>
          <a:p/>
        </p:txBody>
      </p:sp>
      <p:sp>
        <p:nvSpPr>
          <p:cNvPr id="8" name="Google Shape;8;p57"/>
          <p:cNvSpPr txBox="1"/>
          <p:nvPr>
            <p:ph idx="10" type="dt"/>
          </p:nvPr>
        </p:nvSpPr>
        <p:spPr>
          <a:xfrm>
            <a:off x="938213" y="6375400"/>
            <a:ext cx="1747837" cy="34925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00" u="none" cap="none" strike="noStrike">
                <a:solidFill>
                  <a:srgbClr val="595959"/>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9" name="Google Shape;9;p57"/>
          <p:cNvSpPr txBox="1"/>
          <p:nvPr>
            <p:ph idx="11" type="ftr"/>
          </p:nvPr>
        </p:nvSpPr>
        <p:spPr>
          <a:xfrm>
            <a:off x="3028950" y="6375400"/>
            <a:ext cx="3086100" cy="34607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000" u="none" cap="none" strike="noStrike">
                <a:solidFill>
                  <a:srgbClr val="595959"/>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0" name="Google Shape;10;p57"/>
          <p:cNvSpPr txBox="1"/>
          <p:nvPr>
            <p:ph idx="12" type="sldNum"/>
          </p:nvPr>
        </p:nvSpPr>
        <p:spPr>
          <a:xfrm>
            <a:off x="6457950" y="6375400"/>
            <a:ext cx="2114550" cy="34607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b="0" i="0" sz="1000" u="none" cap="none" strike="noStrike">
                <a:solidFill>
                  <a:srgbClr val="595959"/>
                </a:solidFill>
                <a:latin typeface="Gill Sans"/>
                <a:ea typeface="Gill Sans"/>
                <a:cs typeface="Gill Sans"/>
                <a:sym typeface="Gill Sans"/>
              </a:defRPr>
            </a:lvl1pPr>
            <a:lvl2pPr indent="0" lvl="1" marL="0" marR="0" rtl="0" algn="r">
              <a:spcBef>
                <a:spcPts val="0"/>
              </a:spcBef>
              <a:spcAft>
                <a:spcPts val="0"/>
              </a:spcAft>
              <a:buNone/>
              <a:defRPr b="0" i="0" sz="1000" u="none" cap="none" strike="noStrike">
                <a:solidFill>
                  <a:srgbClr val="595959"/>
                </a:solidFill>
                <a:latin typeface="Gill Sans"/>
                <a:ea typeface="Gill Sans"/>
                <a:cs typeface="Gill Sans"/>
                <a:sym typeface="Gill Sans"/>
              </a:defRPr>
            </a:lvl2pPr>
            <a:lvl3pPr indent="0" lvl="2" marL="0" marR="0" rtl="0" algn="r">
              <a:spcBef>
                <a:spcPts val="0"/>
              </a:spcBef>
              <a:spcAft>
                <a:spcPts val="0"/>
              </a:spcAft>
              <a:buNone/>
              <a:defRPr b="0" i="0" sz="1000" u="none" cap="none" strike="noStrike">
                <a:solidFill>
                  <a:srgbClr val="595959"/>
                </a:solidFill>
                <a:latin typeface="Gill Sans"/>
                <a:ea typeface="Gill Sans"/>
                <a:cs typeface="Gill Sans"/>
                <a:sym typeface="Gill Sans"/>
              </a:defRPr>
            </a:lvl3pPr>
            <a:lvl4pPr indent="0" lvl="3" marL="0" marR="0" rtl="0" algn="r">
              <a:spcBef>
                <a:spcPts val="0"/>
              </a:spcBef>
              <a:spcAft>
                <a:spcPts val="0"/>
              </a:spcAft>
              <a:buNone/>
              <a:defRPr b="0" i="0" sz="1000" u="none" cap="none" strike="noStrike">
                <a:solidFill>
                  <a:srgbClr val="595959"/>
                </a:solidFill>
                <a:latin typeface="Gill Sans"/>
                <a:ea typeface="Gill Sans"/>
                <a:cs typeface="Gill Sans"/>
                <a:sym typeface="Gill Sans"/>
              </a:defRPr>
            </a:lvl4pPr>
            <a:lvl5pPr indent="0" lvl="4" marL="0" marR="0" rtl="0" algn="r">
              <a:spcBef>
                <a:spcPts val="0"/>
              </a:spcBef>
              <a:spcAft>
                <a:spcPts val="0"/>
              </a:spcAft>
              <a:buNone/>
              <a:defRPr b="0" i="0" sz="1000" u="none" cap="none" strike="noStrike">
                <a:solidFill>
                  <a:srgbClr val="595959"/>
                </a:solidFill>
                <a:latin typeface="Gill Sans"/>
                <a:ea typeface="Gill Sans"/>
                <a:cs typeface="Gill Sans"/>
                <a:sym typeface="Gill Sans"/>
              </a:defRPr>
            </a:lvl5pPr>
            <a:lvl6pPr indent="0" lvl="5" marL="0" marR="0" rtl="0" algn="r">
              <a:spcBef>
                <a:spcPts val="0"/>
              </a:spcBef>
              <a:spcAft>
                <a:spcPts val="0"/>
              </a:spcAft>
              <a:buNone/>
              <a:defRPr b="0" i="0" sz="1000" u="none" cap="none" strike="noStrike">
                <a:solidFill>
                  <a:srgbClr val="595959"/>
                </a:solidFill>
                <a:latin typeface="Gill Sans"/>
                <a:ea typeface="Gill Sans"/>
                <a:cs typeface="Gill Sans"/>
                <a:sym typeface="Gill Sans"/>
              </a:defRPr>
            </a:lvl6pPr>
            <a:lvl7pPr indent="0" lvl="6" marL="0" marR="0" rtl="0" algn="r">
              <a:spcBef>
                <a:spcPts val="0"/>
              </a:spcBef>
              <a:spcAft>
                <a:spcPts val="0"/>
              </a:spcAft>
              <a:buNone/>
              <a:defRPr b="0" i="0" sz="1000" u="none" cap="none" strike="noStrike">
                <a:solidFill>
                  <a:srgbClr val="595959"/>
                </a:solidFill>
                <a:latin typeface="Gill Sans"/>
                <a:ea typeface="Gill Sans"/>
                <a:cs typeface="Gill Sans"/>
                <a:sym typeface="Gill Sans"/>
              </a:defRPr>
            </a:lvl7pPr>
            <a:lvl8pPr indent="0" lvl="7" marL="0" marR="0" rtl="0" algn="r">
              <a:spcBef>
                <a:spcPts val="0"/>
              </a:spcBef>
              <a:spcAft>
                <a:spcPts val="0"/>
              </a:spcAft>
              <a:buNone/>
              <a:defRPr b="0" i="0" sz="1000" u="none" cap="none" strike="noStrike">
                <a:solidFill>
                  <a:srgbClr val="595959"/>
                </a:solidFill>
                <a:latin typeface="Gill Sans"/>
                <a:ea typeface="Gill Sans"/>
                <a:cs typeface="Gill Sans"/>
                <a:sym typeface="Gill Sans"/>
              </a:defRPr>
            </a:lvl8pPr>
            <a:lvl9pPr indent="0" lvl="8" marL="0" marR="0" rtl="0" algn="r">
              <a:spcBef>
                <a:spcPts val="0"/>
              </a:spcBef>
              <a:spcAft>
                <a:spcPts val="0"/>
              </a:spcAft>
              <a:buNone/>
              <a:defRPr b="0" i="0" sz="1000" u="none" cap="none" strike="noStrike">
                <a:solidFill>
                  <a:srgbClr val="595959"/>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
        <p:nvSpPr>
          <p:cNvPr id="11" name="Google Shape;11;p57"/>
          <p:cNvSpPr/>
          <p:nvPr/>
        </p:nvSpPr>
        <p:spPr>
          <a:xfrm>
            <a:off x="8931275" y="0"/>
            <a:ext cx="212725" cy="6858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57" title="right edge border"/>
          <p:cNvSpPr/>
          <p:nvPr/>
        </p:nvSpPr>
        <p:spPr>
          <a:xfrm>
            <a:off x="8931275" y="0"/>
            <a:ext cx="212725" cy="6858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57"/>
          <p:cNvSpPr/>
          <p:nvPr/>
        </p:nvSpPr>
        <p:spPr>
          <a:xfrm>
            <a:off x="0" y="0"/>
            <a:ext cx="679450" cy="6858000"/>
          </a:xfrm>
          <a:custGeom>
            <a:rect b="b" l="l" r="r" t="t"/>
            <a:pathLst>
              <a:path extrusionOk="0" h="2160" w="211">
                <a:moveTo>
                  <a:pt x="155" y="1728"/>
                </a:moveTo>
                <a:cubicBezTo>
                  <a:pt x="155" y="1620"/>
                  <a:pt x="211" y="1620"/>
                  <a:pt x="211" y="1512"/>
                </a:cubicBezTo>
                <a:cubicBezTo>
                  <a:pt x="211" y="1404"/>
                  <a:pt x="155" y="1404"/>
                  <a:pt x="155" y="1296"/>
                </a:cubicBezTo>
                <a:cubicBezTo>
                  <a:pt x="155" y="1188"/>
                  <a:pt x="211" y="1188"/>
                  <a:pt x="211" y="1080"/>
                </a:cubicBezTo>
                <a:cubicBezTo>
                  <a:pt x="211" y="972"/>
                  <a:pt x="155" y="972"/>
                  <a:pt x="155" y="864"/>
                </a:cubicBezTo>
                <a:cubicBezTo>
                  <a:pt x="155" y="756"/>
                  <a:pt x="211" y="756"/>
                  <a:pt x="211" y="648"/>
                </a:cubicBezTo>
                <a:cubicBezTo>
                  <a:pt x="211" y="540"/>
                  <a:pt x="155" y="540"/>
                  <a:pt x="155" y="432"/>
                </a:cubicBezTo>
                <a:cubicBezTo>
                  <a:pt x="155" y="324"/>
                  <a:pt x="211" y="324"/>
                  <a:pt x="211" y="216"/>
                </a:cubicBezTo>
                <a:cubicBezTo>
                  <a:pt x="211" y="108"/>
                  <a:pt x="155" y="108"/>
                  <a:pt x="155" y="0"/>
                </a:cubicBezTo>
                <a:cubicBezTo>
                  <a:pt x="0" y="0"/>
                  <a:pt x="0" y="0"/>
                  <a:pt x="0" y="0"/>
                </a:cubicBezTo>
                <a:cubicBezTo>
                  <a:pt x="0" y="2160"/>
                  <a:pt x="0" y="2160"/>
                  <a:pt x="0" y="2160"/>
                </a:cubicBezTo>
                <a:cubicBezTo>
                  <a:pt x="155" y="2160"/>
                  <a:pt x="155" y="2160"/>
                  <a:pt x="155" y="2160"/>
                </a:cubicBezTo>
                <a:cubicBezTo>
                  <a:pt x="155" y="2052"/>
                  <a:pt x="211" y="2052"/>
                  <a:pt x="211" y="1944"/>
                </a:cubicBezTo>
                <a:cubicBezTo>
                  <a:pt x="211" y="1836"/>
                  <a:pt x="155" y="1836"/>
                  <a:pt x="155" y="1728"/>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0.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10.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10.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7.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 Id="rId3"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4.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 Id="rId3" Type="http://schemas.openxmlformats.org/officeDocument/2006/relationships/image" Target="../media/image11.jpg"/><Relationship Id="rId4" Type="http://schemas.openxmlformats.org/officeDocument/2006/relationships/image" Target="../media/image3.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8.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image" Target="../media/image16.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 Id="rId3" Type="http://schemas.openxmlformats.org/officeDocument/2006/relationships/image" Target="../media/image13.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 Id="rId3" Type="http://schemas.openxmlformats.org/officeDocument/2006/relationships/image" Target="../media/image2.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 Id="rId3" Type="http://schemas.openxmlformats.org/officeDocument/2006/relationships/image" Target="../media/image4.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1.xml"/><Relationship Id="rId3" Type="http://schemas.openxmlformats.org/officeDocument/2006/relationships/image" Target="../media/image14.jpg"/><Relationship Id="rId4" Type="http://schemas.openxmlformats.org/officeDocument/2006/relationships/image" Target="../media/image5.jpg"/><Relationship Id="rId5" Type="http://schemas.openxmlformats.org/officeDocument/2006/relationships/image" Target="../media/image6.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3.xml"/><Relationship Id="rId3" Type="http://schemas.openxmlformats.org/officeDocument/2006/relationships/image" Target="../media/image12.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4.xml"/><Relationship Id="rId3" Type="http://schemas.openxmlformats.org/officeDocument/2006/relationships/image" Target="../media/image12.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6.xml"/><Relationship Id="rId3" Type="http://schemas.openxmlformats.org/officeDocument/2006/relationships/image" Target="../media/image17.jpg"/><Relationship Id="rId4" Type="http://schemas.openxmlformats.org/officeDocument/2006/relationships/image" Target="../media/image19.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9.xml"/><Relationship Id="rId3" Type="http://schemas.openxmlformats.org/officeDocument/2006/relationships/image" Target="../media/image20.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5.xml"/><Relationship Id="rId3" Type="http://schemas.openxmlformats.org/officeDocument/2006/relationships/image" Target="../media/image18.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21.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
          <p:cNvSpPr txBox="1"/>
          <p:nvPr>
            <p:ph type="ctrTitle"/>
          </p:nvPr>
        </p:nvSpPr>
        <p:spPr>
          <a:xfrm>
            <a:off x="809625" y="1098550"/>
            <a:ext cx="7737475" cy="43942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None/>
            </a:pPr>
            <a:r>
              <a:rPr lang="en-US" sz="4600"/>
              <a:t>THE VENTRICULAR </a:t>
            </a:r>
            <a:br>
              <a:rPr lang="en-US" sz="4600"/>
            </a:br>
            <a:r>
              <a:rPr lang="en-US" sz="4600"/>
              <a:t>SYSTEM</a:t>
            </a:r>
            <a:endParaRPr/>
          </a:p>
        </p:txBody>
      </p:sp>
      <p:sp>
        <p:nvSpPr>
          <p:cNvPr id="151" name="Google Shape;151;p1"/>
          <p:cNvSpPr txBox="1"/>
          <p:nvPr>
            <p:ph idx="1" type="subTitle"/>
          </p:nvPr>
        </p:nvSpPr>
        <p:spPr>
          <a:xfrm>
            <a:off x="1660525" y="5978525"/>
            <a:ext cx="6034088" cy="74295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SzPts val="2400"/>
              <a:buNone/>
            </a:pPr>
            <a:r>
              <a:rPr lang="en-US" sz="2400"/>
              <a:t>DR OMOTAYO H 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
          <p:cNvSpPr txBox="1"/>
          <p:nvPr>
            <p:ph type="title"/>
          </p:nvPr>
        </p:nvSpPr>
        <p:spPr>
          <a:xfrm>
            <a:off x="938213" y="382588"/>
            <a:ext cx="7634287" cy="149225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lang="en-US"/>
              <a:t>OUTLINE</a:t>
            </a:r>
            <a:endParaRPr/>
          </a:p>
        </p:txBody>
      </p:sp>
      <p:sp>
        <p:nvSpPr>
          <p:cNvPr id="157" name="Google Shape;157;p2"/>
          <p:cNvSpPr txBox="1"/>
          <p:nvPr>
            <p:ph idx="1" type="body"/>
          </p:nvPr>
        </p:nvSpPr>
        <p:spPr>
          <a:xfrm>
            <a:off x="938213" y="2286000"/>
            <a:ext cx="7634287" cy="3594100"/>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SzPts val="2000"/>
              <a:buChar char="•"/>
            </a:pPr>
            <a:r>
              <a:rPr lang="en-US"/>
              <a:t>Development</a:t>
            </a:r>
            <a:endParaRPr/>
          </a:p>
          <a:p>
            <a:pPr indent="-228600" lvl="0" marL="228600" rtl="0" algn="l">
              <a:lnSpc>
                <a:spcPct val="90000"/>
              </a:lnSpc>
              <a:spcBef>
                <a:spcPts val="700"/>
              </a:spcBef>
              <a:spcAft>
                <a:spcPts val="0"/>
              </a:spcAft>
              <a:buSzPts val="2000"/>
              <a:buChar char="•"/>
            </a:pPr>
            <a:r>
              <a:rPr lang="en-US"/>
              <a:t>Ventricles</a:t>
            </a:r>
            <a:endParaRPr/>
          </a:p>
          <a:p>
            <a:pPr indent="-228600" lvl="1" marL="685800" rtl="0" algn="l">
              <a:lnSpc>
                <a:spcPct val="90000"/>
              </a:lnSpc>
              <a:spcBef>
                <a:spcPts val="700"/>
              </a:spcBef>
              <a:spcAft>
                <a:spcPts val="0"/>
              </a:spcAft>
              <a:buSzPts val="1800"/>
              <a:buChar char="–"/>
            </a:pPr>
            <a:r>
              <a:rPr lang="en-US"/>
              <a:t>Anatomy, boundaries and foramnia</a:t>
            </a:r>
            <a:endParaRPr/>
          </a:p>
          <a:p>
            <a:pPr indent="-228600" lvl="0" marL="228600" rtl="0" algn="l">
              <a:lnSpc>
                <a:spcPct val="90000"/>
              </a:lnSpc>
              <a:spcBef>
                <a:spcPts val="700"/>
              </a:spcBef>
              <a:spcAft>
                <a:spcPts val="0"/>
              </a:spcAft>
              <a:buSzPts val="2000"/>
              <a:buChar char="•"/>
            </a:pPr>
            <a:r>
              <a:rPr lang="en-US"/>
              <a:t>Ependyma</a:t>
            </a:r>
            <a:endParaRPr/>
          </a:p>
          <a:p>
            <a:pPr indent="-228600" lvl="1" marL="685800" rtl="0" algn="l">
              <a:lnSpc>
                <a:spcPct val="90000"/>
              </a:lnSpc>
              <a:spcBef>
                <a:spcPts val="700"/>
              </a:spcBef>
              <a:spcAft>
                <a:spcPts val="0"/>
              </a:spcAft>
              <a:buSzPts val="1800"/>
              <a:buChar char="–"/>
            </a:pPr>
            <a:r>
              <a:rPr lang="en-US"/>
              <a:t>Ependymoma</a:t>
            </a:r>
            <a:endParaRPr/>
          </a:p>
          <a:p>
            <a:pPr indent="-228600" lvl="0" marL="228600" rtl="0" algn="l">
              <a:lnSpc>
                <a:spcPct val="90000"/>
              </a:lnSpc>
              <a:spcBef>
                <a:spcPts val="700"/>
              </a:spcBef>
              <a:spcAft>
                <a:spcPts val="0"/>
              </a:spcAft>
              <a:buSzPts val="2000"/>
              <a:buChar char="•"/>
            </a:pPr>
            <a:r>
              <a:rPr lang="en-US"/>
              <a:t>Choroid plexus</a:t>
            </a:r>
            <a:endParaRPr/>
          </a:p>
          <a:p>
            <a:pPr indent="-228600" lvl="1" marL="685800" rtl="0" algn="l">
              <a:lnSpc>
                <a:spcPct val="90000"/>
              </a:lnSpc>
              <a:spcBef>
                <a:spcPts val="700"/>
              </a:spcBef>
              <a:spcAft>
                <a:spcPts val="0"/>
              </a:spcAft>
              <a:buSzPts val="1800"/>
              <a:buChar char="–"/>
            </a:pPr>
            <a:r>
              <a:rPr lang="en-US"/>
              <a:t>Tumors, CSF production &amp; circulation</a:t>
            </a:r>
            <a:endParaRPr/>
          </a:p>
          <a:p>
            <a:pPr indent="-228600" lvl="0" marL="228600" rtl="0" algn="l">
              <a:lnSpc>
                <a:spcPct val="90000"/>
              </a:lnSpc>
              <a:spcBef>
                <a:spcPts val="700"/>
              </a:spcBef>
              <a:spcAft>
                <a:spcPts val="0"/>
              </a:spcAft>
              <a:buSzPts val="2000"/>
              <a:buChar char="•"/>
            </a:pPr>
            <a:r>
              <a:rPr lang="en-US"/>
              <a:t>Hydocephalus</a:t>
            </a:r>
            <a:endParaRPr/>
          </a:p>
          <a:p>
            <a:pPr indent="-228600" lvl="1" marL="685800" rtl="0" algn="l">
              <a:lnSpc>
                <a:spcPct val="90000"/>
              </a:lnSpc>
              <a:spcBef>
                <a:spcPts val="700"/>
              </a:spcBef>
              <a:spcAft>
                <a:spcPts val="0"/>
              </a:spcAft>
              <a:buSzPts val="1800"/>
              <a:buChar char="–"/>
            </a:pPr>
            <a:r>
              <a:rPr lang="en-US"/>
              <a:t>Variants</a:t>
            </a:r>
            <a:endParaRPr/>
          </a:p>
          <a:p>
            <a:pPr indent="-101600" lvl="0" marL="228600" rtl="0" algn="l">
              <a:lnSpc>
                <a:spcPct val="90000"/>
              </a:lnSpc>
              <a:spcBef>
                <a:spcPts val="700"/>
              </a:spcBef>
              <a:spcAft>
                <a:spcPts val="0"/>
              </a:spcAft>
              <a:buSzPts val="20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3"/>
          <p:cNvSpPr txBox="1"/>
          <p:nvPr>
            <p:ph type="title"/>
          </p:nvPr>
        </p:nvSpPr>
        <p:spPr>
          <a:xfrm>
            <a:off x="938213" y="382588"/>
            <a:ext cx="7634287" cy="149225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i="1" lang="en-US"/>
              <a:t>INTRO</a:t>
            </a:r>
            <a:endParaRPr/>
          </a:p>
        </p:txBody>
      </p:sp>
      <p:sp>
        <p:nvSpPr>
          <p:cNvPr id="163" name="Google Shape;163;p3"/>
          <p:cNvSpPr txBox="1"/>
          <p:nvPr>
            <p:ph idx="1" type="body"/>
          </p:nvPr>
        </p:nvSpPr>
        <p:spPr>
          <a:xfrm>
            <a:off x="938213" y="2286000"/>
            <a:ext cx="7634287" cy="3594100"/>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SzPts val="2600"/>
              <a:buChar char="•"/>
            </a:pPr>
            <a:r>
              <a:rPr lang="en-US" sz="2600"/>
              <a:t>By about the third week of development, the nervous system consists of a tube closed at both ends </a:t>
            </a:r>
            <a:endParaRPr/>
          </a:p>
          <a:p>
            <a:pPr indent="-228600" lvl="0" marL="228600" rtl="0" algn="l">
              <a:lnSpc>
                <a:spcPct val="90000"/>
              </a:lnSpc>
              <a:spcBef>
                <a:spcPts val="700"/>
              </a:spcBef>
              <a:spcAft>
                <a:spcPts val="0"/>
              </a:spcAft>
              <a:buSzPts val="2600"/>
              <a:buChar char="•"/>
            </a:pPr>
            <a:r>
              <a:rPr lang="en-US" sz="2600"/>
              <a:t>In its cavity is the neural canal that gives rise to the </a:t>
            </a:r>
            <a:r>
              <a:rPr b="1" lang="en-US" sz="2600"/>
              <a:t>ventricles</a:t>
            </a:r>
            <a:r>
              <a:rPr lang="en-US" sz="2600"/>
              <a:t> of the adult brain and the central canal of the spinal cord. </a:t>
            </a:r>
            <a:endParaRPr/>
          </a:p>
          <a:p>
            <a:pPr indent="-228600" lvl="0" marL="228600" rtl="0" algn="l">
              <a:lnSpc>
                <a:spcPct val="90000"/>
              </a:lnSpc>
              <a:spcBef>
                <a:spcPts val="700"/>
              </a:spcBef>
              <a:spcAft>
                <a:spcPts val="0"/>
              </a:spcAft>
              <a:buSzPts val="2600"/>
              <a:buChar char="•"/>
            </a:pPr>
            <a:r>
              <a:rPr lang="en-US" sz="2600"/>
              <a:t>The </a:t>
            </a:r>
            <a:r>
              <a:rPr b="1" lang="en-US" sz="2600"/>
              <a:t>choroid plexus</a:t>
            </a:r>
            <a:r>
              <a:rPr lang="en-US" sz="2600"/>
              <a:t>, which secretes the </a:t>
            </a:r>
            <a:r>
              <a:rPr b="1" lang="en-US" sz="2600"/>
              <a:t>CSF</a:t>
            </a:r>
            <a:r>
              <a:rPr lang="en-US" sz="2600"/>
              <a:t> that fills the ventricles and the subarachnoid space, arises from tufts of cells that appear in the wall of each ventricle during the first trimester.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4"/>
          <p:cNvSpPr txBox="1"/>
          <p:nvPr>
            <p:ph type="title"/>
          </p:nvPr>
        </p:nvSpPr>
        <p:spPr>
          <a:xfrm>
            <a:off x="457200" y="277813"/>
            <a:ext cx="8229600" cy="113982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i="1" lang="en-US"/>
              <a:t>DEVELOPMENT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pic>
        <p:nvPicPr>
          <p:cNvPr descr="F67511-006-f001" id="173" name="Google Shape;173;p5"/>
          <p:cNvPicPr preferRelativeResize="0"/>
          <p:nvPr>
            <p:ph idx="1" type="body"/>
          </p:nvPr>
        </p:nvPicPr>
        <p:blipFill rotWithShape="1">
          <a:blip r:embed="rId3">
            <a:alphaModFix/>
          </a:blip>
          <a:srcRect b="0" l="0" r="0" t="0"/>
          <a:stretch/>
        </p:blipFill>
        <p:spPr>
          <a:xfrm>
            <a:off x="152400" y="381000"/>
            <a:ext cx="8305800" cy="6248400"/>
          </a:xfrm>
          <a:prstGeom prst="rect">
            <a:avLst/>
          </a:prstGeom>
          <a:noFill/>
          <a:ln cap="flat" cmpd="sng" w="9525">
            <a:solidFill>
              <a:schemeClr val="dk1"/>
            </a:solidFill>
            <a:prstDash val="solid"/>
            <a:miter lim="8000"/>
            <a:headEnd len="sm" w="sm" type="none"/>
            <a:tailEnd len="sm" w="sm" type="none"/>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6"/>
          <p:cNvSpPr txBox="1"/>
          <p:nvPr>
            <p:ph type="title"/>
          </p:nvPr>
        </p:nvSpPr>
        <p:spPr>
          <a:xfrm>
            <a:off x="457200" y="277813"/>
            <a:ext cx="8229600" cy="113982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i="1" lang="en-US"/>
              <a:t>DEVELOPMENT</a:t>
            </a:r>
            <a:endParaRPr/>
          </a:p>
        </p:txBody>
      </p:sp>
      <p:pic>
        <p:nvPicPr>
          <p:cNvPr descr="showimage" id="179" name="Google Shape;179;p6"/>
          <p:cNvPicPr preferRelativeResize="0"/>
          <p:nvPr>
            <p:ph idx="1" type="body"/>
          </p:nvPr>
        </p:nvPicPr>
        <p:blipFill rotWithShape="1">
          <a:blip r:embed="rId3">
            <a:alphaModFix/>
          </a:blip>
          <a:srcRect b="0" l="0" r="0" t="0"/>
          <a:stretch/>
        </p:blipFill>
        <p:spPr>
          <a:xfrm>
            <a:off x="457200" y="2489200"/>
            <a:ext cx="4038600" cy="2752725"/>
          </a:xfrm>
          <a:prstGeom prst="rect">
            <a:avLst/>
          </a:prstGeom>
          <a:noFill/>
          <a:ln>
            <a:noFill/>
          </a:ln>
        </p:spPr>
      </p:pic>
      <p:sp>
        <p:nvSpPr>
          <p:cNvPr id="180" name="Google Shape;180;p6"/>
          <p:cNvSpPr txBox="1"/>
          <p:nvPr>
            <p:ph idx="2" type="body"/>
          </p:nvPr>
        </p:nvSpPr>
        <p:spPr>
          <a:xfrm>
            <a:off x="4652963" y="1600200"/>
            <a:ext cx="4033837" cy="4530725"/>
          </a:xfrm>
          <a:prstGeom prst="rect">
            <a:avLst/>
          </a:prstGeom>
          <a:noFill/>
          <a:ln>
            <a:noFill/>
          </a:ln>
        </p:spPr>
        <p:txBody>
          <a:bodyPr anchorCtr="0" anchor="t" bIns="45700" lIns="91425" spcFirstLastPara="1" rIns="91425" wrap="square" tIns="45700">
            <a:noAutofit/>
          </a:bodyPr>
          <a:lstStyle/>
          <a:p>
            <a:pPr indent="-228600" lvl="0" marL="228600" rtl="0" algn="l">
              <a:lnSpc>
                <a:spcPct val="80000"/>
              </a:lnSpc>
              <a:spcBef>
                <a:spcPts val="0"/>
              </a:spcBef>
              <a:spcAft>
                <a:spcPts val="0"/>
              </a:spcAft>
              <a:buSzPts val="1700"/>
              <a:buChar char="•"/>
            </a:pPr>
            <a:r>
              <a:rPr lang="en-US" sz="1700"/>
              <a:t>The shape of the ventricular system conforms, in general, to the changes in configuration of the surrounding parts of the brain. The lateral ventricles follow the enlarging cerebral hemispheres, and the third ventricle remains a single midline space.</a:t>
            </a:r>
            <a:endParaRPr/>
          </a:p>
          <a:p>
            <a:pPr indent="-120650" lvl="0" marL="228600" rtl="0" algn="l">
              <a:lnSpc>
                <a:spcPct val="80000"/>
              </a:lnSpc>
              <a:spcBef>
                <a:spcPts val="700"/>
              </a:spcBef>
              <a:spcAft>
                <a:spcPts val="0"/>
              </a:spcAft>
              <a:buSzPts val="1700"/>
              <a:buNone/>
            </a:pPr>
            <a:r>
              <a:t/>
            </a:r>
            <a:endParaRPr sz="1700"/>
          </a:p>
          <a:p>
            <a:pPr indent="-228600" lvl="0" marL="228600" rtl="0" algn="l">
              <a:lnSpc>
                <a:spcPct val="80000"/>
              </a:lnSpc>
              <a:spcBef>
                <a:spcPts val="700"/>
              </a:spcBef>
              <a:spcAft>
                <a:spcPts val="0"/>
              </a:spcAft>
              <a:buSzPts val="1700"/>
              <a:buChar char="•"/>
            </a:pPr>
            <a:r>
              <a:rPr lang="en-US" sz="1700"/>
              <a:t>The communications between the lateral ventricles and the third ventricle, the </a:t>
            </a:r>
            <a:r>
              <a:rPr i="1" lang="en-US" sz="1700"/>
              <a:t>interventricular foramina (of Monro),</a:t>
            </a:r>
            <a:r>
              <a:rPr lang="en-US" sz="1700"/>
              <a:t> are initially large but become small, in proportion to the enlarging brain, as development progresses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7"/>
          <p:cNvSpPr txBox="1"/>
          <p:nvPr>
            <p:ph type="title"/>
          </p:nvPr>
        </p:nvSpPr>
        <p:spPr>
          <a:xfrm>
            <a:off x="938213" y="382588"/>
            <a:ext cx="7634287" cy="149225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i="1" lang="en-US"/>
              <a:t>DEVELOPMENT</a:t>
            </a:r>
            <a:endParaRPr/>
          </a:p>
        </p:txBody>
      </p:sp>
      <p:sp>
        <p:nvSpPr>
          <p:cNvPr id="186" name="Google Shape;186;p7"/>
          <p:cNvSpPr txBox="1"/>
          <p:nvPr>
            <p:ph idx="1" type="body"/>
          </p:nvPr>
        </p:nvSpPr>
        <p:spPr>
          <a:xfrm>
            <a:off x="938213" y="2286000"/>
            <a:ext cx="7634287" cy="3594100"/>
          </a:xfrm>
          <a:prstGeom prst="rect">
            <a:avLst/>
          </a:prstGeom>
          <a:noFill/>
          <a:ln>
            <a:noFill/>
          </a:ln>
        </p:spPr>
        <p:txBody>
          <a:bodyPr anchorCtr="0" anchor="t" bIns="45700" lIns="91425" spcFirstLastPara="1" rIns="91425" wrap="square" tIns="45700">
            <a:noAutofit/>
          </a:bodyPr>
          <a:lstStyle/>
          <a:p>
            <a:pPr indent="-228600" lvl="0" marL="228600" rtl="0" algn="l">
              <a:lnSpc>
                <a:spcPct val="80000"/>
              </a:lnSpc>
              <a:spcBef>
                <a:spcPts val="0"/>
              </a:spcBef>
              <a:spcAft>
                <a:spcPts val="0"/>
              </a:spcAft>
              <a:buSzPts val="2100"/>
              <a:buChar char="•"/>
            </a:pPr>
            <a:r>
              <a:rPr lang="en-US" sz="2100"/>
              <a:t>Proliferation of the neural elements of the mesencephalon results in a reduction in the size of the cavity of this vesicle to form the </a:t>
            </a:r>
            <a:r>
              <a:rPr b="1" i="1" lang="en-US" sz="2100" u="sng"/>
              <a:t>cerebral aqueduct</a:t>
            </a:r>
            <a:endParaRPr b="1" sz="2100" u="sng"/>
          </a:p>
          <a:p>
            <a:pPr indent="-228600" lvl="0" marL="228600" rtl="0" algn="l">
              <a:lnSpc>
                <a:spcPct val="80000"/>
              </a:lnSpc>
              <a:spcBef>
                <a:spcPts val="700"/>
              </a:spcBef>
              <a:spcAft>
                <a:spcPts val="0"/>
              </a:spcAft>
              <a:buSzPts val="2100"/>
              <a:buChar char="•"/>
            </a:pPr>
            <a:r>
              <a:rPr lang="en-US" sz="2100"/>
              <a:t>This creates a constricted region in the ventricular system and thus a point at which the flow of CSF may be easily blocked. </a:t>
            </a:r>
            <a:endParaRPr/>
          </a:p>
          <a:p>
            <a:pPr indent="-228600" lvl="0" marL="228600" rtl="0" algn="l">
              <a:lnSpc>
                <a:spcPct val="80000"/>
              </a:lnSpc>
              <a:spcBef>
                <a:spcPts val="700"/>
              </a:spcBef>
              <a:spcAft>
                <a:spcPts val="0"/>
              </a:spcAft>
              <a:buSzPts val="2100"/>
              <a:buChar char="•"/>
            </a:pPr>
            <a:r>
              <a:rPr lang="en-US" sz="2100"/>
              <a:t>Occlusion of the cerebral aqueduct during development may be the result of </a:t>
            </a:r>
            <a:r>
              <a:rPr i="1" lang="en-US" sz="2100"/>
              <a:t>gliosis</a:t>
            </a:r>
            <a:r>
              <a:rPr lang="en-US" sz="2100"/>
              <a:t> due to infection or a consequence of developmental defects of the forebrain, a rupture of the amnionic sac in utero, or forking of the aqueduct( genetic sex-linked ). </a:t>
            </a:r>
            <a:endParaRPr/>
          </a:p>
          <a:p>
            <a:pPr indent="-228600" lvl="0" marL="228600" rtl="0" algn="l">
              <a:lnSpc>
                <a:spcPct val="80000"/>
              </a:lnSpc>
              <a:spcBef>
                <a:spcPts val="700"/>
              </a:spcBef>
              <a:spcAft>
                <a:spcPts val="0"/>
              </a:spcAft>
              <a:buSzPts val="2100"/>
              <a:buChar char="•"/>
            </a:pPr>
            <a:r>
              <a:rPr lang="en-US" sz="2100"/>
              <a:t>Occlusion of the cerebral aqueduct results in a lack of communication between the third and fourth ventricles and blocks the egress of CSF from the third ventricle.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pic>
        <p:nvPicPr>
          <p:cNvPr descr="F67511-006-f001" id="191" name="Google Shape;191;p8"/>
          <p:cNvPicPr preferRelativeResize="0"/>
          <p:nvPr/>
        </p:nvPicPr>
        <p:blipFill rotWithShape="1">
          <a:blip r:embed="rId3">
            <a:alphaModFix/>
          </a:blip>
          <a:srcRect b="0" l="0" r="0" t="0"/>
          <a:stretch/>
        </p:blipFill>
        <p:spPr>
          <a:xfrm>
            <a:off x="152400" y="381000"/>
            <a:ext cx="8305800" cy="6248400"/>
          </a:xfrm>
          <a:prstGeom prst="rect">
            <a:avLst/>
          </a:prstGeom>
          <a:noFill/>
          <a:ln cap="flat" cmpd="sng" w="9525">
            <a:solidFill>
              <a:schemeClr val="dk1"/>
            </a:solidFill>
            <a:prstDash val="solid"/>
            <a:miter lim="8000"/>
            <a:headEnd len="sm" w="sm" type="none"/>
            <a:tailEnd len="sm" w="sm" type="none"/>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9"/>
          <p:cNvSpPr txBox="1"/>
          <p:nvPr>
            <p:ph type="title"/>
          </p:nvPr>
        </p:nvSpPr>
        <p:spPr>
          <a:xfrm>
            <a:off x="457200" y="277813"/>
            <a:ext cx="8229600" cy="113982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i="1" lang="en-US"/>
              <a:t>DEVELOPMENT (4</a:t>
            </a:r>
            <a:r>
              <a:rPr baseline="30000" i="1" lang="en-US"/>
              <a:t>TH</a:t>
            </a:r>
            <a:r>
              <a:rPr i="1" lang="en-US"/>
              <a:t> VENT)</a:t>
            </a:r>
            <a:endParaRPr/>
          </a:p>
        </p:txBody>
      </p:sp>
      <p:sp>
        <p:nvSpPr>
          <p:cNvPr id="197" name="Google Shape;197;p9"/>
          <p:cNvSpPr txBox="1"/>
          <p:nvPr>
            <p:ph idx="1" type="body"/>
          </p:nvPr>
        </p:nvSpPr>
        <p:spPr>
          <a:xfrm>
            <a:off x="457200" y="1600200"/>
            <a:ext cx="8229600" cy="2181225"/>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80000"/>
              </a:lnSpc>
              <a:spcBef>
                <a:spcPts val="0"/>
              </a:spcBef>
              <a:spcAft>
                <a:spcPts val="0"/>
              </a:spcAft>
              <a:buSzPts val="1700"/>
              <a:buChar char="•"/>
            </a:pPr>
            <a:r>
              <a:rPr lang="en-US" sz="1700">
                <a:solidFill>
                  <a:srgbClr val="595959"/>
                </a:solidFill>
              </a:rPr>
              <a:t>Vent &amp; central canal 1</a:t>
            </a:r>
            <a:r>
              <a:rPr baseline="30000" lang="en-US" sz="1700">
                <a:solidFill>
                  <a:srgbClr val="595959"/>
                </a:solidFill>
              </a:rPr>
              <a:t>st</a:t>
            </a:r>
            <a:r>
              <a:rPr lang="en-US" sz="1700">
                <a:solidFill>
                  <a:srgbClr val="595959"/>
                </a:solidFill>
              </a:rPr>
              <a:t> form a closed system. In the second and third months of development, three openings form in the roof of the fourth ventricle, rendering the ventricular system continuous with the subarachnoid space </a:t>
            </a:r>
            <a:endParaRPr/>
          </a:p>
          <a:p>
            <a:pPr indent="-228600" lvl="0" marL="228600" rtl="0" algn="l">
              <a:lnSpc>
                <a:spcPct val="80000"/>
              </a:lnSpc>
              <a:spcBef>
                <a:spcPts val="700"/>
              </a:spcBef>
              <a:spcAft>
                <a:spcPts val="0"/>
              </a:spcAft>
              <a:buSzPts val="1700"/>
              <a:buChar char="•"/>
            </a:pPr>
            <a:r>
              <a:rPr lang="en-US" sz="1700">
                <a:solidFill>
                  <a:srgbClr val="595959"/>
                </a:solidFill>
              </a:rPr>
              <a:t>The caudal part of the roof of the fourth ventricle consists of a layer of ependymal cells internally and a delicate layer of connective tissue externally</a:t>
            </a:r>
            <a:endParaRPr/>
          </a:p>
          <a:p>
            <a:pPr indent="-228600" lvl="0" marL="228600" rtl="0" algn="l">
              <a:lnSpc>
                <a:spcPct val="80000"/>
              </a:lnSpc>
              <a:spcBef>
                <a:spcPts val="700"/>
              </a:spcBef>
              <a:spcAft>
                <a:spcPts val="0"/>
              </a:spcAft>
              <a:buSzPts val="1700"/>
              <a:buChar char="•"/>
            </a:pPr>
            <a:r>
              <a:rPr lang="en-US" sz="1700">
                <a:solidFill>
                  <a:srgbClr val="595959"/>
                </a:solidFill>
              </a:rPr>
              <a:t>Small bulges in the caudal roof appear at the lateral extremes of the fourth ventricle thining the membrane and and breaking it down. </a:t>
            </a:r>
            <a:endParaRPr/>
          </a:p>
          <a:p>
            <a:pPr indent="-228600" lvl="0" marL="228600" rtl="0" algn="l">
              <a:lnSpc>
                <a:spcPct val="80000"/>
              </a:lnSpc>
              <a:spcBef>
                <a:spcPts val="700"/>
              </a:spcBef>
              <a:spcAft>
                <a:spcPts val="0"/>
              </a:spcAft>
              <a:buSzPts val="1700"/>
              <a:buChar char="•"/>
            </a:pPr>
            <a:r>
              <a:rPr lang="en-US" sz="1700">
                <a:solidFill>
                  <a:srgbClr val="595959"/>
                </a:solidFill>
              </a:rPr>
              <a:t>The resultant openings are the medial </a:t>
            </a:r>
            <a:r>
              <a:rPr i="1" lang="en-US" sz="1700">
                <a:solidFill>
                  <a:srgbClr val="595959"/>
                </a:solidFill>
              </a:rPr>
              <a:t>foramen of Magendie</a:t>
            </a:r>
            <a:r>
              <a:rPr lang="en-US" sz="1700">
                <a:solidFill>
                  <a:srgbClr val="595959"/>
                </a:solidFill>
              </a:rPr>
              <a:t> and the lateral </a:t>
            </a:r>
            <a:r>
              <a:rPr i="1" lang="en-US" sz="1700">
                <a:solidFill>
                  <a:srgbClr val="595959"/>
                </a:solidFill>
              </a:rPr>
              <a:t>foramina of Luschka</a:t>
            </a:r>
            <a:endParaRPr sz="1700">
              <a:solidFill>
                <a:srgbClr val="595959"/>
              </a:solidFill>
            </a:endParaRPr>
          </a:p>
        </p:txBody>
      </p:sp>
      <p:pic>
        <p:nvPicPr>
          <p:cNvPr descr="1" id="198" name="Google Shape;198;p9"/>
          <p:cNvPicPr preferRelativeResize="0"/>
          <p:nvPr>
            <p:ph idx="2" type="body"/>
          </p:nvPr>
        </p:nvPicPr>
        <p:blipFill rotWithShape="1">
          <a:blip r:embed="rId3">
            <a:alphaModFix/>
          </a:blip>
          <a:srcRect b="0" l="0" r="0" t="0"/>
          <a:stretch/>
        </p:blipFill>
        <p:spPr>
          <a:xfrm>
            <a:off x="1063625" y="3941763"/>
            <a:ext cx="7016750" cy="218916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0"/>
          <p:cNvSpPr txBox="1"/>
          <p:nvPr>
            <p:ph type="title"/>
          </p:nvPr>
        </p:nvSpPr>
        <p:spPr>
          <a:xfrm>
            <a:off x="457200" y="277813"/>
            <a:ext cx="8229600" cy="113982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i="1" lang="en-US"/>
              <a:t>DEVELOPMENT (CH. PLEXUS)</a:t>
            </a:r>
            <a:endParaRPr/>
          </a:p>
        </p:txBody>
      </p:sp>
      <p:sp>
        <p:nvSpPr>
          <p:cNvPr id="204" name="Google Shape;204;p10"/>
          <p:cNvSpPr txBox="1"/>
          <p:nvPr>
            <p:ph idx="1" type="body"/>
          </p:nvPr>
        </p:nvSpPr>
        <p:spPr>
          <a:xfrm>
            <a:off x="457200" y="1600200"/>
            <a:ext cx="8229600" cy="2181225"/>
          </a:xfrm>
          <a:prstGeom prst="rect">
            <a:avLst/>
          </a:prstGeom>
          <a:noFill/>
          <a:ln>
            <a:noFill/>
          </a:ln>
        </p:spPr>
        <p:txBody>
          <a:bodyPr anchorCtr="0" anchor="t" bIns="45700" lIns="91425" spcFirstLastPara="1" rIns="91425" wrap="square" tIns="45700">
            <a:noAutofit/>
          </a:bodyPr>
          <a:lstStyle/>
          <a:p>
            <a:pPr indent="-228600" lvl="0" marL="228600" rtl="0" algn="l">
              <a:lnSpc>
                <a:spcPct val="80000"/>
              </a:lnSpc>
              <a:spcBef>
                <a:spcPts val="0"/>
              </a:spcBef>
              <a:spcAft>
                <a:spcPts val="0"/>
              </a:spcAft>
              <a:buSzPts val="1800"/>
              <a:buChar char="•"/>
            </a:pPr>
            <a:r>
              <a:rPr lang="en-US" sz="1800"/>
              <a:t>Developing arteries in the immediate vicinity invaginate the roof of the ventricle to form a narrow groove, the </a:t>
            </a:r>
            <a:r>
              <a:rPr i="1" lang="en-US" sz="1800"/>
              <a:t>choroid fissure,</a:t>
            </a:r>
            <a:r>
              <a:rPr lang="en-US" sz="1800"/>
              <a:t> in the tela choroidea. </a:t>
            </a:r>
            <a:endParaRPr/>
          </a:p>
          <a:p>
            <a:pPr indent="-228600" lvl="0" marL="228600" rtl="0" algn="l">
              <a:lnSpc>
                <a:spcPct val="80000"/>
              </a:lnSpc>
              <a:spcBef>
                <a:spcPts val="700"/>
              </a:spcBef>
              <a:spcAft>
                <a:spcPts val="0"/>
              </a:spcAft>
              <a:buSzPts val="1800"/>
              <a:buChar char="•"/>
            </a:pPr>
            <a:r>
              <a:rPr lang="en-US" sz="1800"/>
              <a:t>The involuted ependymal cells, along with vessels and a small amount of connective tissue, represent the primordial choroid plexus inside the ventricular space. </a:t>
            </a:r>
            <a:endParaRPr/>
          </a:p>
          <a:p>
            <a:pPr indent="-228600" lvl="0" marL="228600" rtl="0" algn="l">
              <a:lnSpc>
                <a:spcPct val="80000"/>
              </a:lnSpc>
              <a:spcBef>
                <a:spcPts val="700"/>
              </a:spcBef>
              <a:spcAft>
                <a:spcPts val="0"/>
              </a:spcAft>
              <a:buSzPts val="1800"/>
              <a:buChar char="•"/>
            </a:pPr>
            <a:r>
              <a:rPr lang="en-US" sz="1800"/>
              <a:t>As development progresses, the choroid plexus enlarges, forms many small elevations called </a:t>
            </a:r>
            <a:r>
              <a:rPr i="1" lang="en-US" sz="1800"/>
              <a:t>villi,</a:t>
            </a:r>
            <a:r>
              <a:rPr lang="en-US" sz="1800"/>
              <a:t> and begins to secrete CSF </a:t>
            </a:r>
            <a:endParaRPr/>
          </a:p>
        </p:txBody>
      </p:sp>
      <p:pic>
        <p:nvPicPr>
          <p:cNvPr descr="showimage" id="205" name="Google Shape;205;p10"/>
          <p:cNvPicPr preferRelativeResize="0"/>
          <p:nvPr>
            <p:ph idx="2" type="body"/>
          </p:nvPr>
        </p:nvPicPr>
        <p:blipFill rotWithShape="1">
          <a:blip r:embed="rId3">
            <a:alphaModFix/>
          </a:blip>
          <a:srcRect b="0" l="0" r="0" t="0"/>
          <a:stretch/>
        </p:blipFill>
        <p:spPr>
          <a:xfrm>
            <a:off x="1454150" y="3941763"/>
            <a:ext cx="6235700" cy="218916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1"/>
          <p:cNvSpPr txBox="1"/>
          <p:nvPr>
            <p:ph type="title"/>
          </p:nvPr>
        </p:nvSpPr>
        <p:spPr>
          <a:xfrm>
            <a:off x="938213" y="382588"/>
            <a:ext cx="7634287" cy="149225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i="1" lang="en-US"/>
              <a:t>DEVELOPMENT</a:t>
            </a:r>
            <a:endParaRPr/>
          </a:p>
        </p:txBody>
      </p:sp>
      <p:sp>
        <p:nvSpPr>
          <p:cNvPr id="211" name="Google Shape;211;p11"/>
          <p:cNvSpPr txBox="1"/>
          <p:nvPr>
            <p:ph idx="1" type="body"/>
          </p:nvPr>
        </p:nvSpPr>
        <p:spPr>
          <a:xfrm>
            <a:off x="938213" y="2286000"/>
            <a:ext cx="7634287" cy="3594100"/>
          </a:xfrm>
          <a:prstGeom prst="rect">
            <a:avLst/>
          </a:prstGeom>
          <a:noFill/>
          <a:ln>
            <a:noFill/>
          </a:ln>
        </p:spPr>
        <p:txBody>
          <a:bodyPr anchorCtr="0" anchor="t" bIns="45700" lIns="91425" spcFirstLastPara="1" rIns="91425" wrap="square" tIns="45700">
            <a:noAutofit/>
          </a:bodyPr>
          <a:lstStyle/>
          <a:p>
            <a:pPr indent="-101600" lvl="0" marL="228600" rtl="0" algn="l">
              <a:lnSpc>
                <a:spcPct val="110000"/>
              </a:lnSpc>
              <a:spcBef>
                <a:spcPts val="0"/>
              </a:spcBef>
              <a:spcAft>
                <a:spcPts val="0"/>
              </a:spcAft>
              <a:buSzPts val="2000"/>
              <a:buNone/>
            </a:pPr>
            <a:r>
              <a:t/>
            </a:r>
            <a:endParaRPr i="1"/>
          </a:p>
          <a:p>
            <a:pPr indent="-228600" lvl="0" marL="228600" rtl="0" algn="l">
              <a:lnSpc>
                <a:spcPct val="110000"/>
              </a:lnSpc>
              <a:spcBef>
                <a:spcPts val="700"/>
              </a:spcBef>
              <a:spcAft>
                <a:spcPts val="0"/>
              </a:spcAft>
              <a:buSzPts val="2000"/>
              <a:buChar char="•"/>
            </a:pPr>
            <a:r>
              <a:rPr i="1" lang="en-US"/>
              <a:t>By about the </a:t>
            </a:r>
            <a:r>
              <a:rPr b="1" i="1" lang="en-US" u="sng"/>
              <a:t>end of the first trimester</a:t>
            </a:r>
            <a:r>
              <a:rPr i="1" lang="en-US"/>
              <a:t>, the choroid plexus is functional, the openings in the fourth ventricle are patent, and there is circulation of CSF through the ventricular system and into the subarachnoid space.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12"/>
          <p:cNvSpPr/>
          <p:nvPr/>
        </p:nvSpPr>
        <p:spPr>
          <a:xfrm>
            <a:off x="2286000" y="3108325"/>
            <a:ext cx="4572000" cy="7016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lang="en-US" sz="2000">
                <a:solidFill>
                  <a:schemeClr val="dk1"/>
                </a:solidFill>
                <a:latin typeface="Gill Sans"/>
                <a:ea typeface="Gill Sans"/>
                <a:cs typeface="Gill Sans"/>
                <a:sym typeface="Gill Sans"/>
              </a:rPr>
              <a:t>Ventricles</a:t>
            </a:r>
            <a:endParaRPr/>
          </a:p>
          <a:p>
            <a:pPr indent="0" lvl="1" marL="457200" marR="0" rtl="0" algn="l">
              <a:lnSpc>
                <a:spcPct val="100000"/>
              </a:lnSpc>
              <a:spcBef>
                <a:spcPts val="0"/>
              </a:spcBef>
              <a:spcAft>
                <a:spcPts val="0"/>
              </a:spcAft>
              <a:buClr>
                <a:schemeClr val="dk1"/>
              </a:buClr>
              <a:buSzPts val="2000"/>
              <a:buFont typeface="Gill Sans"/>
              <a:buNone/>
            </a:pPr>
            <a:r>
              <a:rPr b="0" i="0" lang="en-US" sz="2000" u="none" cap="none" strike="noStrike">
                <a:solidFill>
                  <a:schemeClr val="dk1"/>
                </a:solidFill>
                <a:latin typeface="Gill Sans"/>
                <a:ea typeface="Gill Sans"/>
                <a:cs typeface="Gill Sans"/>
                <a:sym typeface="Gill Sans"/>
              </a:rPr>
              <a:t>Anatomy, boundaries and foramnia</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13"/>
          <p:cNvSpPr txBox="1"/>
          <p:nvPr>
            <p:ph type="title"/>
          </p:nvPr>
        </p:nvSpPr>
        <p:spPr>
          <a:xfrm>
            <a:off x="938213" y="382588"/>
            <a:ext cx="7634287" cy="149225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lang="en-US"/>
              <a:t>LATERAL VENTRICLES</a:t>
            </a:r>
            <a:endParaRPr/>
          </a:p>
        </p:txBody>
      </p:sp>
      <p:sp>
        <p:nvSpPr>
          <p:cNvPr id="222" name="Google Shape;222;p13"/>
          <p:cNvSpPr txBox="1"/>
          <p:nvPr>
            <p:ph idx="1" type="body"/>
          </p:nvPr>
        </p:nvSpPr>
        <p:spPr>
          <a:xfrm>
            <a:off x="938213" y="2286000"/>
            <a:ext cx="7634287" cy="3594100"/>
          </a:xfrm>
          <a:prstGeom prst="rect">
            <a:avLst/>
          </a:prstGeom>
          <a:noFill/>
          <a:ln>
            <a:noFill/>
          </a:ln>
        </p:spPr>
        <p:txBody>
          <a:bodyPr anchorCtr="0" anchor="t" bIns="45700" lIns="91425" spcFirstLastPara="1" rIns="91425" wrap="square" tIns="45700">
            <a:noAutofit/>
          </a:bodyPr>
          <a:lstStyle/>
          <a:p>
            <a:pPr indent="-228600" lvl="0" marL="228600" rtl="0" algn="l">
              <a:lnSpc>
                <a:spcPct val="110000"/>
              </a:lnSpc>
              <a:spcBef>
                <a:spcPts val="0"/>
              </a:spcBef>
              <a:spcAft>
                <a:spcPts val="0"/>
              </a:spcAft>
              <a:buSzPts val="2000"/>
              <a:buChar char="•"/>
            </a:pPr>
            <a:r>
              <a:rPr lang="en-US"/>
              <a:t>As the hemispheres develop they create the flattened "C" with a short tail shape of the lateral ventricles that is present by birth . </a:t>
            </a:r>
            <a:endParaRPr/>
          </a:p>
          <a:p>
            <a:pPr indent="-101600" lvl="0" marL="228600" rtl="0" algn="l">
              <a:lnSpc>
                <a:spcPct val="110000"/>
              </a:lnSpc>
              <a:spcBef>
                <a:spcPts val="700"/>
              </a:spcBef>
              <a:spcAft>
                <a:spcPts val="0"/>
              </a:spcAft>
              <a:buSzPts val="2000"/>
              <a:buNone/>
            </a:pPr>
            <a:r>
              <a:t/>
            </a:r>
            <a:endParaRPr/>
          </a:p>
          <a:p>
            <a:pPr indent="-228600" lvl="0" marL="228600" rtl="0" algn="l">
              <a:lnSpc>
                <a:spcPct val="110000"/>
              </a:lnSpc>
              <a:spcBef>
                <a:spcPts val="700"/>
              </a:spcBef>
              <a:spcAft>
                <a:spcPts val="0"/>
              </a:spcAft>
              <a:buSzPts val="2000"/>
              <a:buChar char="•"/>
            </a:pPr>
            <a:r>
              <a:rPr lang="en-US"/>
              <a:t>The lateral ventricle consists of an </a:t>
            </a:r>
            <a:r>
              <a:rPr i="1" lang="en-US"/>
              <a:t>anterior horn,</a:t>
            </a:r>
            <a:r>
              <a:rPr lang="en-US"/>
              <a:t> a </a:t>
            </a:r>
            <a:r>
              <a:rPr i="1" lang="en-US"/>
              <a:t>body,</a:t>
            </a:r>
            <a:r>
              <a:rPr lang="en-US"/>
              <a:t> and </a:t>
            </a:r>
            <a:r>
              <a:rPr i="1" lang="en-US"/>
              <a:t>posterior</a:t>
            </a:r>
            <a:r>
              <a:rPr lang="en-US"/>
              <a:t> and </a:t>
            </a:r>
            <a:r>
              <a:rPr i="1" lang="en-US"/>
              <a:t>inferior horns</a:t>
            </a:r>
            <a:r>
              <a:rPr lang="en-US"/>
              <a:t>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14"/>
          <p:cNvSpPr txBox="1"/>
          <p:nvPr>
            <p:ph type="title"/>
          </p:nvPr>
        </p:nvSpPr>
        <p:spPr>
          <a:xfrm>
            <a:off x="938213" y="382588"/>
            <a:ext cx="7634287" cy="149225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lang="en-US"/>
              <a:t>LATERAL VENTRICLES</a:t>
            </a:r>
            <a:endParaRPr/>
          </a:p>
        </p:txBody>
      </p:sp>
      <p:sp>
        <p:nvSpPr>
          <p:cNvPr id="228" name="Google Shape;228;p14"/>
          <p:cNvSpPr txBox="1"/>
          <p:nvPr>
            <p:ph idx="1" type="body"/>
          </p:nvPr>
        </p:nvSpPr>
        <p:spPr>
          <a:xfrm>
            <a:off x="938213" y="2286000"/>
            <a:ext cx="7634287" cy="3594100"/>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80000"/>
              </a:lnSpc>
              <a:spcBef>
                <a:spcPts val="0"/>
              </a:spcBef>
              <a:spcAft>
                <a:spcPts val="0"/>
              </a:spcAft>
              <a:buSzPts val="2100"/>
              <a:buChar char="•"/>
            </a:pPr>
            <a:r>
              <a:rPr lang="en-US" sz="2100">
                <a:solidFill>
                  <a:srgbClr val="595959"/>
                </a:solidFill>
              </a:rPr>
              <a:t>The junction of the body with the posterior and inferior horns constitutes the </a:t>
            </a:r>
            <a:r>
              <a:rPr i="1" lang="en-US" sz="2100">
                <a:solidFill>
                  <a:srgbClr val="595959"/>
                </a:solidFill>
              </a:rPr>
              <a:t>atrium of the lateral</a:t>
            </a:r>
            <a:r>
              <a:rPr lang="en-US" sz="2100">
                <a:solidFill>
                  <a:srgbClr val="595959"/>
                </a:solidFill>
              </a:rPr>
              <a:t> </a:t>
            </a:r>
            <a:r>
              <a:rPr i="1" lang="en-US" sz="2100">
                <a:solidFill>
                  <a:srgbClr val="595959"/>
                </a:solidFill>
              </a:rPr>
              <a:t>ventricle.</a:t>
            </a:r>
            <a:r>
              <a:rPr lang="en-US" sz="2100">
                <a:solidFill>
                  <a:srgbClr val="595959"/>
                </a:solidFill>
              </a:rPr>
              <a:t> </a:t>
            </a:r>
            <a:endParaRPr/>
          </a:p>
          <a:p>
            <a:pPr indent="-95250" lvl="0" marL="228600" rtl="0" algn="l">
              <a:lnSpc>
                <a:spcPct val="80000"/>
              </a:lnSpc>
              <a:spcBef>
                <a:spcPts val="700"/>
              </a:spcBef>
              <a:spcAft>
                <a:spcPts val="0"/>
              </a:spcAft>
              <a:buSzPts val="2100"/>
              <a:buNone/>
            </a:pPr>
            <a:r>
              <a:t/>
            </a:r>
            <a:endParaRPr sz="2100">
              <a:solidFill>
                <a:srgbClr val="595959"/>
              </a:solidFill>
            </a:endParaRPr>
          </a:p>
          <a:p>
            <a:pPr indent="-228600" lvl="0" marL="228600" rtl="0" algn="l">
              <a:lnSpc>
                <a:spcPct val="80000"/>
              </a:lnSpc>
              <a:spcBef>
                <a:spcPts val="700"/>
              </a:spcBef>
              <a:spcAft>
                <a:spcPts val="0"/>
              </a:spcAft>
              <a:buSzPts val="2100"/>
              <a:buChar char="•"/>
            </a:pPr>
            <a:r>
              <a:rPr lang="en-US" sz="2100">
                <a:solidFill>
                  <a:srgbClr val="595959"/>
                </a:solidFill>
              </a:rPr>
              <a:t>The </a:t>
            </a:r>
            <a:r>
              <a:rPr i="1" lang="en-US" sz="2100">
                <a:solidFill>
                  <a:srgbClr val="595959"/>
                </a:solidFill>
              </a:rPr>
              <a:t>glomus</a:t>
            </a:r>
            <a:r>
              <a:rPr lang="en-US" sz="2100">
                <a:solidFill>
                  <a:srgbClr val="595959"/>
                </a:solidFill>
              </a:rPr>
              <a:t> (a large clump of choroid plexus) is found in the atrium </a:t>
            </a:r>
            <a:endParaRPr/>
          </a:p>
          <a:p>
            <a:pPr indent="-95250" lvl="0" marL="228600" rtl="0" algn="l">
              <a:lnSpc>
                <a:spcPct val="80000"/>
              </a:lnSpc>
              <a:spcBef>
                <a:spcPts val="700"/>
              </a:spcBef>
              <a:spcAft>
                <a:spcPts val="0"/>
              </a:spcAft>
              <a:buSzPts val="2100"/>
              <a:buNone/>
            </a:pPr>
            <a:r>
              <a:t/>
            </a:r>
            <a:endParaRPr sz="2100">
              <a:solidFill>
                <a:srgbClr val="595959"/>
              </a:solidFill>
            </a:endParaRPr>
          </a:p>
          <a:p>
            <a:pPr indent="-228600" lvl="0" marL="228600" rtl="0" algn="l">
              <a:lnSpc>
                <a:spcPct val="80000"/>
              </a:lnSpc>
              <a:spcBef>
                <a:spcPts val="700"/>
              </a:spcBef>
              <a:spcAft>
                <a:spcPts val="0"/>
              </a:spcAft>
              <a:buSzPts val="2100"/>
              <a:buChar char="•"/>
            </a:pPr>
            <a:r>
              <a:rPr lang="en-US" sz="2100">
                <a:solidFill>
                  <a:srgbClr val="595959"/>
                </a:solidFill>
              </a:rPr>
              <a:t>In adults and especially in elderly persons, the glomus may contain calcifications that are visible on CT scans </a:t>
            </a:r>
            <a:endParaRPr/>
          </a:p>
          <a:p>
            <a:pPr indent="-95250" lvl="0" marL="228600" rtl="0" algn="l">
              <a:lnSpc>
                <a:spcPct val="80000"/>
              </a:lnSpc>
              <a:spcBef>
                <a:spcPts val="700"/>
              </a:spcBef>
              <a:spcAft>
                <a:spcPts val="0"/>
              </a:spcAft>
              <a:buSzPts val="2100"/>
              <a:buNone/>
            </a:pPr>
            <a:r>
              <a:t/>
            </a:r>
            <a:endParaRPr sz="2100">
              <a:solidFill>
                <a:srgbClr val="595959"/>
              </a:solidFill>
            </a:endParaRPr>
          </a:p>
          <a:p>
            <a:pPr indent="-228600" lvl="0" marL="228600" rtl="0" algn="l">
              <a:lnSpc>
                <a:spcPct val="80000"/>
              </a:lnSpc>
              <a:spcBef>
                <a:spcPts val="700"/>
              </a:spcBef>
              <a:spcAft>
                <a:spcPts val="0"/>
              </a:spcAft>
              <a:buSzPts val="2100"/>
              <a:buChar char="•"/>
            </a:pPr>
            <a:r>
              <a:rPr lang="en-US" sz="2100">
                <a:solidFill>
                  <a:srgbClr val="595959"/>
                </a:solidFill>
              </a:rPr>
              <a:t>Shifts in the position of the glomus, usually accompanied by alterations in the volume or shape of the surrounding ventricle, may indicate some type of ongoing pathologic process or space-occupying lesion.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15"/>
          <p:cNvSpPr txBox="1"/>
          <p:nvPr>
            <p:ph type="title"/>
          </p:nvPr>
        </p:nvSpPr>
        <p:spPr>
          <a:xfrm>
            <a:off x="457200" y="277813"/>
            <a:ext cx="8229600" cy="113982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lang="en-US"/>
              <a:t>LATERAL VENTRICLES</a:t>
            </a:r>
            <a:endParaRPr/>
          </a:p>
        </p:txBody>
      </p:sp>
      <p:sp>
        <p:nvSpPr>
          <p:cNvPr id="234" name="Google Shape;234;p15"/>
          <p:cNvSpPr txBox="1"/>
          <p:nvPr>
            <p:ph idx="1" type="body"/>
          </p:nvPr>
        </p:nvSpPr>
        <p:spPr>
          <a:xfrm>
            <a:off x="457200" y="1600200"/>
            <a:ext cx="4038600" cy="4530725"/>
          </a:xfrm>
          <a:prstGeom prst="rect">
            <a:avLst/>
          </a:prstGeom>
          <a:noFill/>
          <a:ln>
            <a:noFill/>
          </a:ln>
        </p:spPr>
        <p:txBody>
          <a:bodyPr anchorCtr="0" anchor="t" bIns="45700" lIns="91425" spcFirstLastPara="1" rIns="91425" wrap="square" tIns="45700">
            <a:noAutofit/>
          </a:bodyPr>
          <a:lstStyle/>
          <a:p>
            <a:pPr indent="-457200" lvl="0" marL="457200" rtl="0" algn="l">
              <a:lnSpc>
                <a:spcPct val="110000"/>
              </a:lnSpc>
              <a:spcBef>
                <a:spcPts val="0"/>
              </a:spcBef>
              <a:spcAft>
                <a:spcPts val="0"/>
              </a:spcAft>
              <a:buSzPts val="2200"/>
              <a:buChar char="•"/>
            </a:pPr>
            <a:r>
              <a:rPr lang="en-US" sz="2200"/>
              <a:t>The anterior horn and body of the lateral ventricle are bordered:</a:t>
            </a:r>
            <a:endParaRPr/>
          </a:p>
          <a:p>
            <a:pPr indent="-457200" lvl="0" marL="457200" rtl="0" algn="l">
              <a:lnSpc>
                <a:spcPct val="110000"/>
              </a:lnSpc>
              <a:spcBef>
                <a:spcPts val="700"/>
              </a:spcBef>
              <a:spcAft>
                <a:spcPts val="0"/>
              </a:spcAft>
              <a:buSzPts val="2200"/>
              <a:buFont typeface="Gill Sans"/>
              <a:buAutoNum type="arabicPeriod"/>
            </a:pPr>
            <a:r>
              <a:rPr lang="en-US" sz="2200"/>
              <a:t>Medially: by the </a:t>
            </a:r>
            <a:r>
              <a:rPr i="1" lang="en-US" sz="2200"/>
              <a:t>septum pellucidum</a:t>
            </a:r>
            <a:r>
              <a:rPr lang="en-US" sz="2200"/>
              <a:t> (at rostral levels) and the </a:t>
            </a:r>
            <a:r>
              <a:rPr i="1" lang="en-US" sz="2200"/>
              <a:t>fornix</a:t>
            </a:r>
            <a:r>
              <a:rPr lang="en-US" sz="2200"/>
              <a:t> (at caudal levels) </a:t>
            </a:r>
            <a:endParaRPr/>
          </a:p>
          <a:p>
            <a:pPr indent="-457200" lvl="0" marL="457200" rtl="0" algn="l">
              <a:lnSpc>
                <a:spcPct val="110000"/>
              </a:lnSpc>
              <a:spcBef>
                <a:spcPts val="700"/>
              </a:spcBef>
              <a:spcAft>
                <a:spcPts val="0"/>
              </a:spcAft>
              <a:buSzPts val="2200"/>
              <a:buFont typeface="Gill Sans"/>
              <a:buAutoNum type="arabicPeriod"/>
            </a:pPr>
            <a:r>
              <a:rPr lang="en-US" sz="2200"/>
              <a:t>Posteriorly: (superiorly) by the </a:t>
            </a:r>
            <a:r>
              <a:rPr i="1" lang="en-US" sz="2200"/>
              <a:t>corpu</a:t>
            </a:r>
            <a:r>
              <a:rPr lang="en-US" sz="2200"/>
              <a:t>s </a:t>
            </a:r>
            <a:r>
              <a:rPr i="1" lang="en-US" sz="2200"/>
              <a:t>callosum</a:t>
            </a:r>
            <a:endParaRPr sz="2200"/>
          </a:p>
        </p:txBody>
      </p:sp>
      <p:pic>
        <p:nvPicPr>
          <p:cNvPr descr="brainv0" id="235" name="Google Shape;235;p15"/>
          <p:cNvPicPr preferRelativeResize="0"/>
          <p:nvPr>
            <p:ph idx="2" type="body"/>
          </p:nvPr>
        </p:nvPicPr>
        <p:blipFill rotWithShape="1">
          <a:blip r:embed="rId3">
            <a:alphaModFix/>
          </a:blip>
          <a:srcRect b="0" l="0" r="0" t="0"/>
          <a:stretch/>
        </p:blipFill>
        <p:spPr>
          <a:xfrm>
            <a:off x="4343400" y="1600200"/>
            <a:ext cx="4800600" cy="4191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16"/>
          <p:cNvSpPr txBox="1"/>
          <p:nvPr>
            <p:ph type="title"/>
          </p:nvPr>
        </p:nvSpPr>
        <p:spPr>
          <a:xfrm>
            <a:off x="938213" y="382588"/>
            <a:ext cx="7634287" cy="149225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lang="en-US"/>
              <a:t>LATERAL VENTRICLES</a:t>
            </a:r>
            <a:endParaRPr/>
          </a:p>
        </p:txBody>
      </p:sp>
      <p:sp>
        <p:nvSpPr>
          <p:cNvPr id="241" name="Google Shape;241;p16"/>
          <p:cNvSpPr txBox="1"/>
          <p:nvPr>
            <p:ph idx="1" type="body"/>
          </p:nvPr>
        </p:nvSpPr>
        <p:spPr>
          <a:xfrm>
            <a:off x="938213" y="2286000"/>
            <a:ext cx="7634287" cy="3594100"/>
          </a:xfrm>
          <a:prstGeom prst="rect">
            <a:avLst/>
          </a:prstGeom>
          <a:noFill/>
          <a:ln>
            <a:noFill/>
          </a:ln>
        </p:spPr>
        <p:txBody>
          <a:bodyPr anchorCtr="0" anchor="t" bIns="45700" lIns="91425" spcFirstLastPara="1" rIns="91425" wrap="square" tIns="45700">
            <a:noAutofit/>
          </a:bodyPr>
          <a:lstStyle/>
          <a:p>
            <a:pPr indent="-228600" lvl="0" marL="228600" rtl="0" algn="l">
              <a:lnSpc>
                <a:spcPct val="110000"/>
              </a:lnSpc>
              <a:spcBef>
                <a:spcPts val="0"/>
              </a:spcBef>
              <a:spcAft>
                <a:spcPts val="0"/>
              </a:spcAft>
              <a:buSzPts val="2000"/>
              <a:buChar char="•"/>
            </a:pPr>
            <a:r>
              <a:rPr lang="en-US"/>
              <a:t>The </a:t>
            </a:r>
            <a:r>
              <a:rPr b="1" i="1" lang="en-US" u="sng"/>
              <a:t>floor</a:t>
            </a:r>
            <a:r>
              <a:rPr lang="en-US"/>
              <a:t> of the body of the lateral ventricle is made up of the </a:t>
            </a:r>
            <a:r>
              <a:rPr i="1" lang="en-US"/>
              <a:t>thalamus</a:t>
            </a:r>
            <a:endParaRPr/>
          </a:p>
          <a:p>
            <a:pPr indent="-228600" lvl="0" marL="228600" rtl="0" algn="l">
              <a:lnSpc>
                <a:spcPct val="110000"/>
              </a:lnSpc>
              <a:spcBef>
                <a:spcPts val="700"/>
              </a:spcBef>
              <a:spcAft>
                <a:spcPts val="0"/>
              </a:spcAft>
              <a:buSzPts val="2000"/>
              <a:buChar char="•"/>
            </a:pPr>
            <a:r>
              <a:rPr lang="en-US"/>
              <a:t>The </a:t>
            </a:r>
            <a:r>
              <a:rPr b="1" i="1" lang="en-US" u="sng"/>
              <a:t>lateral wall</a:t>
            </a:r>
            <a:r>
              <a:rPr lang="en-US"/>
              <a:t>  contains the </a:t>
            </a:r>
            <a:r>
              <a:rPr i="1" lang="en-US"/>
              <a:t>caudate nucleus</a:t>
            </a:r>
            <a:r>
              <a:rPr lang="en-US"/>
              <a:t> throughout its extent </a:t>
            </a:r>
            <a:endParaRPr/>
          </a:p>
          <a:p>
            <a:pPr indent="-228600" lvl="0" marL="228600" rtl="0" algn="l">
              <a:lnSpc>
                <a:spcPct val="110000"/>
              </a:lnSpc>
              <a:spcBef>
                <a:spcPts val="700"/>
              </a:spcBef>
              <a:spcAft>
                <a:spcPts val="0"/>
              </a:spcAft>
              <a:buSzPts val="2000"/>
              <a:buChar char="•"/>
            </a:pPr>
            <a:r>
              <a:rPr lang="en-US"/>
              <a:t>The </a:t>
            </a:r>
            <a:r>
              <a:rPr b="1" i="1" lang="en-US" u="sng"/>
              <a:t>medial wall </a:t>
            </a:r>
            <a:r>
              <a:rPr lang="en-US"/>
              <a:t>have  the hippocampal formation in it </a:t>
            </a:r>
            <a:endParaRPr/>
          </a:p>
          <a:p>
            <a:pPr indent="-228600" lvl="0" marL="228600" rtl="0" algn="l">
              <a:lnSpc>
                <a:spcPct val="110000"/>
              </a:lnSpc>
              <a:spcBef>
                <a:spcPts val="700"/>
              </a:spcBef>
              <a:spcAft>
                <a:spcPts val="0"/>
              </a:spcAft>
              <a:buSzPts val="2000"/>
              <a:buChar char="•"/>
            </a:pPr>
            <a:r>
              <a:rPr lang="en-US"/>
              <a:t> The </a:t>
            </a:r>
            <a:r>
              <a:rPr b="1" i="1" lang="en-US" u="sng"/>
              <a:t>rostral end</a:t>
            </a:r>
            <a:r>
              <a:rPr lang="en-US"/>
              <a:t> have a large group of cells (the </a:t>
            </a:r>
            <a:r>
              <a:rPr i="1" lang="en-US"/>
              <a:t>amygdaloid complex</a:t>
            </a:r>
            <a:r>
              <a:rPr lang="en-US"/>
              <a:t>) in it.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17"/>
          <p:cNvSpPr txBox="1"/>
          <p:nvPr>
            <p:ph type="title"/>
          </p:nvPr>
        </p:nvSpPr>
        <p:spPr>
          <a:xfrm>
            <a:off x="938213" y="382588"/>
            <a:ext cx="7634287" cy="149225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lang="en-US"/>
              <a:t>LATERAL VENTRICLES</a:t>
            </a:r>
            <a:endParaRPr/>
          </a:p>
        </p:txBody>
      </p:sp>
      <p:sp>
        <p:nvSpPr>
          <p:cNvPr id="247" name="Google Shape;247;p17"/>
          <p:cNvSpPr txBox="1"/>
          <p:nvPr>
            <p:ph idx="1" type="body"/>
          </p:nvPr>
        </p:nvSpPr>
        <p:spPr>
          <a:xfrm>
            <a:off x="938213" y="2286000"/>
            <a:ext cx="7634287" cy="3594100"/>
          </a:xfrm>
          <a:prstGeom prst="rect">
            <a:avLst/>
          </a:prstGeom>
          <a:noFill/>
          <a:ln>
            <a:noFill/>
          </a:ln>
        </p:spPr>
        <p:txBody>
          <a:bodyPr anchorCtr="0" anchor="t" bIns="45700" lIns="91425" spcFirstLastPara="1" rIns="91425" wrap="square" tIns="45700">
            <a:normAutofit/>
          </a:bodyPr>
          <a:lstStyle/>
          <a:p>
            <a:pPr indent="-228600" lvl="0" marL="228600" rtl="0" algn="l">
              <a:lnSpc>
                <a:spcPct val="110000"/>
              </a:lnSpc>
              <a:spcBef>
                <a:spcPts val="0"/>
              </a:spcBef>
              <a:spcAft>
                <a:spcPts val="0"/>
              </a:spcAft>
              <a:buSzPts val="2000"/>
              <a:buChar char="•"/>
            </a:pPr>
            <a:r>
              <a:rPr lang="en-US">
                <a:solidFill>
                  <a:srgbClr val="595959"/>
                </a:solidFill>
              </a:rPr>
              <a:t>The </a:t>
            </a:r>
            <a:r>
              <a:rPr i="1" lang="en-US">
                <a:solidFill>
                  <a:srgbClr val="595959"/>
                </a:solidFill>
              </a:rPr>
              <a:t>inter-ventricular foramina</a:t>
            </a:r>
            <a:r>
              <a:rPr lang="en-US">
                <a:solidFill>
                  <a:srgbClr val="595959"/>
                </a:solidFill>
              </a:rPr>
              <a:t> of Monro are located between the column of the </a:t>
            </a:r>
            <a:r>
              <a:rPr b="1" i="1" lang="en-US" u="sng">
                <a:solidFill>
                  <a:srgbClr val="595959"/>
                </a:solidFill>
              </a:rPr>
              <a:t>fornix</a:t>
            </a:r>
            <a:r>
              <a:rPr lang="en-US">
                <a:solidFill>
                  <a:srgbClr val="595959"/>
                </a:solidFill>
              </a:rPr>
              <a:t> and the rostral and medial end of the</a:t>
            </a:r>
            <a:r>
              <a:rPr b="1" i="1" lang="en-US" u="sng">
                <a:solidFill>
                  <a:srgbClr val="595959"/>
                </a:solidFill>
              </a:rPr>
              <a:t> thalamus</a:t>
            </a:r>
            <a:r>
              <a:rPr lang="en-US">
                <a:solidFill>
                  <a:srgbClr val="595959"/>
                </a:solidFill>
              </a:rPr>
              <a:t>. </a:t>
            </a:r>
            <a:endParaRPr/>
          </a:p>
          <a:p>
            <a:pPr indent="-228600" lvl="0" marL="228600" rtl="0" algn="l">
              <a:lnSpc>
                <a:spcPct val="110000"/>
              </a:lnSpc>
              <a:spcBef>
                <a:spcPts val="700"/>
              </a:spcBef>
              <a:spcAft>
                <a:spcPts val="0"/>
              </a:spcAft>
              <a:buSzPts val="2000"/>
              <a:buFont typeface="Noto Sans Symbols"/>
              <a:buNone/>
            </a:pPr>
            <a:r>
              <a:t/>
            </a:r>
            <a:endParaRPr>
              <a:solidFill>
                <a:srgbClr val="595959"/>
              </a:solidFill>
            </a:endParaRPr>
          </a:p>
          <a:p>
            <a:pPr indent="-228600" lvl="0" marL="228600" rtl="0" algn="l">
              <a:lnSpc>
                <a:spcPct val="110000"/>
              </a:lnSpc>
              <a:spcBef>
                <a:spcPts val="700"/>
              </a:spcBef>
              <a:spcAft>
                <a:spcPts val="0"/>
              </a:spcAft>
              <a:buSzPts val="2000"/>
              <a:buChar char="•"/>
            </a:pPr>
            <a:r>
              <a:rPr lang="en-US">
                <a:solidFill>
                  <a:srgbClr val="595959"/>
                </a:solidFill>
              </a:rPr>
              <a:t>There are two interventricular foramina, one opening from each lateral ventricle into the single midline third ventricle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pic>
        <p:nvPicPr>
          <p:cNvPr descr="F67511-006-f004" id="252" name="Google Shape;252;p18"/>
          <p:cNvPicPr preferRelativeResize="0"/>
          <p:nvPr/>
        </p:nvPicPr>
        <p:blipFill rotWithShape="1">
          <a:blip r:embed="rId3">
            <a:alphaModFix/>
          </a:blip>
          <a:srcRect b="0" l="0" r="0" t="0"/>
          <a:stretch/>
        </p:blipFill>
        <p:spPr>
          <a:xfrm>
            <a:off x="0" y="381000"/>
            <a:ext cx="9144000" cy="6858000"/>
          </a:xfrm>
          <a:prstGeom prst="rect">
            <a:avLst/>
          </a:prstGeom>
          <a:noFill/>
          <a:ln cap="flat" cmpd="sng" w="9525">
            <a:solidFill>
              <a:schemeClr val="dk1"/>
            </a:solidFill>
            <a:prstDash val="solid"/>
            <a:miter lim="8000"/>
            <a:headEnd len="sm" w="sm" type="none"/>
            <a:tailEnd len="sm" w="sm" type="none"/>
          </a:ln>
        </p:spPr>
      </p:pic>
      <p:cxnSp>
        <p:nvCxnSpPr>
          <p:cNvPr id="253" name="Google Shape;253;p18"/>
          <p:cNvCxnSpPr/>
          <p:nvPr/>
        </p:nvCxnSpPr>
        <p:spPr>
          <a:xfrm flipH="1">
            <a:off x="7086600" y="4191000"/>
            <a:ext cx="533400" cy="228600"/>
          </a:xfrm>
          <a:prstGeom prst="straightConnector1">
            <a:avLst/>
          </a:prstGeom>
          <a:noFill/>
          <a:ln cap="flat" cmpd="sng" w="9525">
            <a:solidFill>
              <a:schemeClr val="dk1"/>
            </a:solidFill>
            <a:prstDash val="solid"/>
            <a:round/>
            <a:headEnd len="med" w="med" type="none"/>
            <a:tailEnd len="med" w="med" type="triangle"/>
          </a:ln>
        </p:spPr>
      </p:cxnSp>
      <p:cxnSp>
        <p:nvCxnSpPr>
          <p:cNvPr id="254" name="Google Shape;254;p18"/>
          <p:cNvCxnSpPr/>
          <p:nvPr/>
        </p:nvCxnSpPr>
        <p:spPr>
          <a:xfrm>
            <a:off x="3200400" y="4419600"/>
            <a:ext cx="3810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19"/>
          <p:cNvSpPr txBox="1"/>
          <p:nvPr>
            <p:ph type="title"/>
          </p:nvPr>
        </p:nvSpPr>
        <p:spPr>
          <a:xfrm>
            <a:off x="457200" y="277813"/>
            <a:ext cx="8229600" cy="113982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i="1" lang="en-US"/>
              <a:t>THIRD VENTRICLE</a:t>
            </a:r>
            <a:endParaRPr/>
          </a:p>
        </p:txBody>
      </p:sp>
      <p:sp>
        <p:nvSpPr>
          <p:cNvPr id="260" name="Google Shape;260;p19"/>
          <p:cNvSpPr txBox="1"/>
          <p:nvPr>
            <p:ph idx="1" type="body"/>
          </p:nvPr>
        </p:nvSpPr>
        <p:spPr>
          <a:xfrm>
            <a:off x="457200" y="1600200"/>
            <a:ext cx="4038600" cy="4530725"/>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SzPts val="2200"/>
              <a:buChar char="•"/>
            </a:pPr>
            <a:r>
              <a:rPr lang="en-US" sz="2200"/>
              <a:t>The </a:t>
            </a:r>
            <a:r>
              <a:rPr i="1" lang="en-US" sz="2200"/>
              <a:t>third ventricle,</a:t>
            </a:r>
            <a:r>
              <a:rPr lang="en-US" sz="2200"/>
              <a:t> the cavity of the diencephalon, is a narrow, vertically oriented midline space that communicates rostrally with the lateral ventricles and caudally with the </a:t>
            </a:r>
            <a:r>
              <a:rPr i="1" lang="en-US" sz="2200"/>
              <a:t>cerebral aqueduct</a:t>
            </a:r>
            <a:endParaRPr/>
          </a:p>
          <a:p>
            <a:pPr indent="-228600" lvl="0" marL="228600" rtl="0" algn="l">
              <a:lnSpc>
                <a:spcPct val="90000"/>
              </a:lnSpc>
              <a:spcBef>
                <a:spcPts val="700"/>
              </a:spcBef>
              <a:spcAft>
                <a:spcPts val="0"/>
              </a:spcAft>
              <a:buSzPts val="2200"/>
              <a:buFont typeface="Noto Sans Symbols"/>
              <a:buNone/>
            </a:pPr>
            <a:r>
              <a:t/>
            </a:r>
            <a:endParaRPr sz="2200"/>
          </a:p>
          <a:p>
            <a:pPr indent="-228600" lvl="0" marL="228600" rtl="0" algn="l">
              <a:lnSpc>
                <a:spcPct val="90000"/>
              </a:lnSpc>
              <a:spcBef>
                <a:spcPts val="700"/>
              </a:spcBef>
              <a:spcAft>
                <a:spcPts val="0"/>
              </a:spcAft>
              <a:buSzPts val="2200"/>
              <a:buChar char="•"/>
            </a:pPr>
            <a:r>
              <a:rPr lang="en-US" sz="2200"/>
              <a:t>The third ventricle has an elaborate profile on a sagittal view &amp; is quite narrow in the coronal and axial planes </a:t>
            </a:r>
            <a:endParaRPr/>
          </a:p>
        </p:txBody>
      </p:sp>
      <p:pic>
        <p:nvPicPr>
          <p:cNvPr descr="showimage" id="261" name="Google Shape;261;p19"/>
          <p:cNvPicPr preferRelativeResize="0"/>
          <p:nvPr>
            <p:ph idx="2" type="body"/>
          </p:nvPr>
        </p:nvPicPr>
        <p:blipFill rotWithShape="1">
          <a:blip r:embed="rId3">
            <a:alphaModFix/>
          </a:blip>
          <a:srcRect b="0" l="0" r="0" t="0"/>
          <a:stretch/>
        </p:blipFill>
        <p:spPr>
          <a:xfrm>
            <a:off x="4648200" y="1612900"/>
            <a:ext cx="4038600" cy="2163763"/>
          </a:xfrm>
          <a:prstGeom prst="rect">
            <a:avLst/>
          </a:prstGeom>
          <a:noFill/>
          <a:ln>
            <a:noFill/>
          </a:ln>
        </p:spPr>
      </p:pic>
      <p:sp>
        <p:nvSpPr>
          <p:cNvPr id="262" name="Google Shape;262;p19"/>
          <p:cNvSpPr txBox="1"/>
          <p:nvPr>
            <p:ph idx="3" type="body"/>
          </p:nvPr>
        </p:nvSpPr>
        <p:spPr>
          <a:xfrm>
            <a:off x="4648200" y="3941763"/>
            <a:ext cx="4038600" cy="2189162"/>
          </a:xfrm>
          <a:prstGeom prst="rect">
            <a:avLst/>
          </a:prstGeom>
          <a:noFill/>
          <a:ln>
            <a:noFill/>
          </a:ln>
        </p:spPr>
        <p:txBody>
          <a:bodyPr anchorCtr="0" anchor="t" bIns="45700" lIns="91425" spcFirstLastPara="1" rIns="91425" wrap="square" tIns="45700">
            <a:noAutofit/>
          </a:bodyPr>
          <a:lstStyle/>
          <a:p>
            <a:pPr indent="-95250" lvl="0" marL="228600" rtl="0" algn="l">
              <a:lnSpc>
                <a:spcPct val="110000"/>
              </a:lnSpc>
              <a:spcBef>
                <a:spcPts val="0"/>
              </a:spcBef>
              <a:spcAft>
                <a:spcPts val="0"/>
              </a:spcAft>
              <a:buSzPts val="2100"/>
              <a:buNone/>
            </a:pPr>
            <a:r>
              <a:t/>
            </a:r>
            <a:endParaRPr sz="2100"/>
          </a:p>
        </p:txBody>
      </p:sp>
      <p:pic>
        <p:nvPicPr>
          <p:cNvPr descr="showimage" id="263" name="Google Shape;263;p19"/>
          <p:cNvPicPr preferRelativeResize="0"/>
          <p:nvPr/>
        </p:nvPicPr>
        <p:blipFill rotWithShape="1">
          <a:blip r:embed="rId4">
            <a:alphaModFix/>
          </a:blip>
          <a:srcRect b="0" l="0" r="0" t="0"/>
          <a:stretch/>
        </p:blipFill>
        <p:spPr>
          <a:xfrm>
            <a:off x="4114800" y="3657600"/>
            <a:ext cx="5029200" cy="25527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20"/>
          <p:cNvSpPr txBox="1"/>
          <p:nvPr>
            <p:ph type="title"/>
          </p:nvPr>
        </p:nvSpPr>
        <p:spPr>
          <a:xfrm>
            <a:off x="938213" y="382588"/>
            <a:ext cx="7634287" cy="149225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i="1" lang="en-US"/>
              <a:t>THIRD VENTRICLE</a:t>
            </a:r>
            <a:endParaRPr/>
          </a:p>
        </p:txBody>
      </p:sp>
      <p:sp>
        <p:nvSpPr>
          <p:cNvPr id="269" name="Google Shape;269;p20"/>
          <p:cNvSpPr txBox="1"/>
          <p:nvPr>
            <p:ph idx="1" type="body"/>
          </p:nvPr>
        </p:nvSpPr>
        <p:spPr>
          <a:xfrm>
            <a:off x="938213" y="2286000"/>
            <a:ext cx="7634287" cy="3594100"/>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80000"/>
              </a:lnSpc>
              <a:spcBef>
                <a:spcPts val="0"/>
              </a:spcBef>
              <a:spcAft>
                <a:spcPts val="0"/>
              </a:spcAft>
              <a:buSzPts val="2100"/>
              <a:buChar char="•"/>
            </a:pPr>
            <a:r>
              <a:rPr lang="en-US" sz="2100">
                <a:solidFill>
                  <a:srgbClr val="595959"/>
                </a:solidFill>
              </a:rPr>
              <a:t>The boundaries of the third ventricle are formed by the dorsal thalamus and hypothalamus, and recesses (</a:t>
            </a:r>
            <a:r>
              <a:rPr i="1" lang="en-US" sz="2100">
                <a:solidFill>
                  <a:srgbClr val="595959"/>
                </a:solidFill>
              </a:rPr>
              <a:t>supraoptic, infundibular, pineal, suprapineal)</a:t>
            </a:r>
            <a:r>
              <a:rPr lang="en-US" sz="2100">
                <a:solidFill>
                  <a:srgbClr val="595959"/>
                </a:solidFill>
              </a:rPr>
              <a:t>. </a:t>
            </a:r>
            <a:endParaRPr/>
          </a:p>
          <a:p>
            <a:pPr indent="-228600" lvl="0" marL="228600" rtl="0" algn="l">
              <a:lnSpc>
                <a:spcPct val="80000"/>
              </a:lnSpc>
              <a:spcBef>
                <a:spcPts val="700"/>
              </a:spcBef>
              <a:spcAft>
                <a:spcPts val="0"/>
              </a:spcAft>
              <a:buSzPts val="2100"/>
              <a:buChar char="•"/>
            </a:pPr>
            <a:r>
              <a:rPr lang="en-US" sz="2100">
                <a:solidFill>
                  <a:srgbClr val="595959"/>
                </a:solidFill>
              </a:rPr>
              <a:t>The rostral wall of the third ventricle is formed by a short segment of the </a:t>
            </a:r>
            <a:r>
              <a:rPr i="1" lang="en-US" sz="2100">
                <a:solidFill>
                  <a:srgbClr val="595959"/>
                </a:solidFill>
              </a:rPr>
              <a:t>anterior commissure</a:t>
            </a:r>
            <a:r>
              <a:rPr lang="en-US" sz="2100">
                <a:solidFill>
                  <a:srgbClr val="595959"/>
                </a:solidFill>
              </a:rPr>
              <a:t> and a thin membrane, the </a:t>
            </a:r>
            <a:r>
              <a:rPr i="1" lang="en-US" sz="2100">
                <a:solidFill>
                  <a:srgbClr val="595959"/>
                </a:solidFill>
              </a:rPr>
              <a:t>lamina terminalis,</a:t>
            </a:r>
            <a:r>
              <a:rPr lang="en-US" sz="2100">
                <a:solidFill>
                  <a:srgbClr val="595959"/>
                </a:solidFill>
              </a:rPr>
              <a:t> </a:t>
            </a:r>
            <a:endParaRPr/>
          </a:p>
          <a:p>
            <a:pPr indent="-228600" lvl="0" marL="228600" rtl="0" algn="l">
              <a:lnSpc>
                <a:spcPct val="80000"/>
              </a:lnSpc>
              <a:spcBef>
                <a:spcPts val="700"/>
              </a:spcBef>
              <a:spcAft>
                <a:spcPts val="0"/>
              </a:spcAft>
              <a:buSzPts val="2100"/>
              <a:buChar char="•"/>
            </a:pPr>
            <a:r>
              <a:rPr lang="en-US" sz="2100">
                <a:solidFill>
                  <a:srgbClr val="595959"/>
                </a:solidFill>
              </a:rPr>
              <a:t> The floor of the third ventricle is formed by the </a:t>
            </a:r>
            <a:r>
              <a:rPr i="1" lang="en-US" sz="2100">
                <a:solidFill>
                  <a:srgbClr val="595959"/>
                </a:solidFill>
              </a:rPr>
              <a:t>optic chiasm</a:t>
            </a:r>
            <a:r>
              <a:rPr lang="en-US" sz="2100">
                <a:solidFill>
                  <a:srgbClr val="595959"/>
                </a:solidFill>
              </a:rPr>
              <a:t> and </a:t>
            </a:r>
            <a:r>
              <a:rPr i="1" lang="en-US" sz="2100">
                <a:solidFill>
                  <a:srgbClr val="595959"/>
                </a:solidFill>
              </a:rPr>
              <a:t>infundibulum</a:t>
            </a:r>
            <a:r>
              <a:rPr lang="en-US" sz="2100">
                <a:solidFill>
                  <a:srgbClr val="595959"/>
                </a:solidFill>
              </a:rPr>
              <a:t> and their corresponding recesses, plus a line extending caudally along the rostral aspect of the midbrain to the cerebral aqueduct. </a:t>
            </a:r>
            <a:endParaRPr/>
          </a:p>
          <a:p>
            <a:pPr indent="-228600" lvl="0" marL="228600" rtl="0" algn="l">
              <a:lnSpc>
                <a:spcPct val="80000"/>
              </a:lnSpc>
              <a:spcBef>
                <a:spcPts val="700"/>
              </a:spcBef>
              <a:spcAft>
                <a:spcPts val="0"/>
              </a:spcAft>
              <a:buSzPts val="2100"/>
              <a:buChar char="•"/>
            </a:pPr>
            <a:r>
              <a:rPr lang="en-US" sz="2100">
                <a:solidFill>
                  <a:srgbClr val="595959"/>
                </a:solidFill>
              </a:rPr>
              <a:t>The caudal wall is formed by the </a:t>
            </a:r>
            <a:r>
              <a:rPr i="1" lang="en-US" sz="2100">
                <a:solidFill>
                  <a:srgbClr val="595959"/>
                </a:solidFill>
              </a:rPr>
              <a:t>posterior commissure</a:t>
            </a:r>
            <a:r>
              <a:rPr lang="en-US" sz="2100">
                <a:solidFill>
                  <a:srgbClr val="595959"/>
                </a:solidFill>
              </a:rPr>
              <a:t> and the recesses related to the pineal, whereas the roof is the </a:t>
            </a:r>
            <a:r>
              <a:rPr i="1" lang="en-US" sz="2100">
                <a:solidFill>
                  <a:srgbClr val="595959"/>
                </a:solidFill>
              </a:rPr>
              <a:t>tela choroidea,</a:t>
            </a:r>
            <a:r>
              <a:rPr lang="en-US" sz="2100">
                <a:solidFill>
                  <a:srgbClr val="595959"/>
                </a:solidFill>
              </a:rPr>
              <a:t> from which the choroid plexus is suspended</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pic>
        <p:nvPicPr>
          <p:cNvPr descr="showimage" id="274" name="Google Shape;274;p21"/>
          <p:cNvPicPr preferRelativeResize="0"/>
          <p:nvPr/>
        </p:nvPicPr>
        <p:blipFill rotWithShape="1">
          <a:blip r:embed="rId3">
            <a:alphaModFix/>
          </a:blip>
          <a:srcRect b="0" l="0" r="0" t="0"/>
          <a:stretch/>
        </p:blipFill>
        <p:spPr>
          <a:xfrm>
            <a:off x="0" y="228600"/>
            <a:ext cx="9144000" cy="6629400"/>
          </a:xfrm>
          <a:prstGeom prst="rect">
            <a:avLst/>
          </a:prstGeom>
          <a:noFill/>
          <a:ln>
            <a:noFill/>
          </a:ln>
        </p:spPr>
      </p:pic>
      <p:cxnSp>
        <p:nvCxnSpPr>
          <p:cNvPr id="275" name="Google Shape;275;p21"/>
          <p:cNvCxnSpPr/>
          <p:nvPr/>
        </p:nvCxnSpPr>
        <p:spPr>
          <a:xfrm>
            <a:off x="0" y="2590800"/>
            <a:ext cx="304800" cy="0"/>
          </a:xfrm>
          <a:prstGeom prst="straightConnector1">
            <a:avLst/>
          </a:prstGeom>
          <a:noFill/>
          <a:ln cap="flat" cmpd="sng" w="9525">
            <a:solidFill>
              <a:schemeClr val="dk1"/>
            </a:solidFill>
            <a:prstDash val="solid"/>
            <a:round/>
            <a:headEnd len="med" w="med" type="none"/>
            <a:tailEnd len="med" w="med" type="triangle"/>
          </a:ln>
        </p:spPr>
      </p:cxnSp>
      <p:cxnSp>
        <p:nvCxnSpPr>
          <p:cNvPr id="276" name="Google Shape;276;p21"/>
          <p:cNvCxnSpPr/>
          <p:nvPr/>
        </p:nvCxnSpPr>
        <p:spPr>
          <a:xfrm flipH="1" rot="10800000">
            <a:off x="0" y="3429000"/>
            <a:ext cx="381000" cy="76200"/>
          </a:xfrm>
          <a:prstGeom prst="straightConnector1">
            <a:avLst/>
          </a:prstGeom>
          <a:noFill/>
          <a:ln cap="flat" cmpd="sng" w="9525">
            <a:solidFill>
              <a:schemeClr val="dk1"/>
            </a:solidFill>
            <a:prstDash val="solid"/>
            <a:round/>
            <a:headEnd len="med" w="med" type="none"/>
            <a:tailEnd len="med" w="med" type="triangle"/>
          </a:ln>
        </p:spPr>
      </p:cxnSp>
      <p:cxnSp>
        <p:nvCxnSpPr>
          <p:cNvPr id="277" name="Google Shape;277;p21"/>
          <p:cNvCxnSpPr/>
          <p:nvPr/>
        </p:nvCxnSpPr>
        <p:spPr>
          <a:xfrm>
            <a:off x="2895600" y="4953000"/>
            <a:ext cx="1143000" cy="0"/>
          </a:xfrm>
          <a:prstGeom prst="straightConnector1">
            <a:avLst/>
          </a:prstGeom>
          <a:noFill/>
          <a:ln cap="flat" cmpd="sng" w="9525">
            <a:solidFill>
              <a:schemeClr val="dk1"/>
            </a:solidFill>
            <a:prstDash val="solid"/>
            <a:round/>
            <a:headEnd len="med" w="med" type="none"/>
            <a:tailEnd len="med" w="med" type="none"/>
          </a:ln>
        </p:spPr>
      </p:cxnSp>
      <p:cxnSp>
        <p:nvCxnSpPr>
          <p:cNvPr id="278" name="Google Shape;278;p21"/>
          <p:cNvCxnSpPr/>
          <p:nvPr/>
        </p:nvCxnSpPr>
        <p:spPr>
          <a:xfrm>
            <a:off x="2895600" y="5257800"/>
            <a:ext cx="1143000" cy="0"/>
          </a:xfrm>
          <a:prstGeom prst="straightConnector1">
            <a:avLst/>
          </a:prstGeom>
          <a:noFill/>
          <a:ln cap="flat" cmpd="sng" w="9525">
            <a:solidFill>
              <a:schemeClr val="dk1"/>
            </a:solidFill>
            <a:prstDash val="solid"/>
            <a:round/>
            <a:headEnd len="med" w="med" type="none"/>
            <a:tailEnd len="med" w="med" type="none"/>
          </a:ln>
        </p:spPr>
      </p:cxnSp>
      <p:cxnSp>
        <p:nvCxnSpPr>
          <p:cNvPr id="279" name="Google Shape;279;p21"/>
          <p:cNvCxnSpPr/>
          <p:nvPr/>
        </p:nvCxnSpPr>
        <p:spPr>
          <a:xfrm flipH="1">
            <a:off x="8763000" y="1143000"/>
            <a:ext cx="381000" cy="304800"/>
          </a:xfrm>
          <a:prstGeom prst="straightConnector1">
            <a:avLst/>
          </a:prstGeom>
          <a:noFill/>
          <a:ln cap="flat" cmpd="sng" w="9525">
            <a:solidFill>
              <a:schemeClr val="dk1"/>
            </a:solidFill>
            <a:prstDash val="solid"/>
            <a:round/>
            <a:headEnd len="med" w="med" type="none"/>
            <a:tailEnd len="med" w="med" type="triangle"/>
          </a:ln>
        </p:spPr>
      </p:cxnSp>
      <p:sp>
        <p:nvSpPr>
          <p:cNvPr id="280" name="Google Shape;280;p21"/>
          <p:cNvSpPr/>
          <p:nvPr/>
        </p:nvSpPr>
        <p:spPr>
          <a:xfrm>
            <a:off x="1371600" y="4038600"/>
            <a:ext cx="1295400" cy="228600"/>
          </a:xfrm>
          <a:prstGeom prst="rect">
            <a:avLst/>
          </a:prstGeom>
          <a:solidFill>
            <a:schemeClr val="accent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95959"/>
              </a:buClr>
              <a:buSzPts val="1800"/>
              <a:buFont typeface="Arial"/>
              <a:buNone/>
            </a:pPr>
            <a:r>
              <a:t/>
            </a:r>
            <a:endParaRPr sz="1800">
              <a:solidFill>
                <a:schemeClr val="dk1"/>
              </a:solidFill>
              <a:latin typeface="Gill Sans"/>
              <a:ea typeface="Gill Sans"/>
              <a:cs typeface="Gill Sans"/>
              <a:sym typeface="Gill Sans"/>
            </a:endParaRPr>
          </a:p>
        </p:txBody>
      </p:sp>
      <p:sp>
        <p:nvSpPr>
          <p:cNvPr id="281" name="Google Shape;281;p21"/>
          <p:cNvSpPr/>
          <p:nvPr/>
        </p:nvSpPr>
        <p:spPr>
          <a:xfrm>
            <a:off x="3962400" y="5486400"/>
            <a:ext cx="1143000" cy="457200"/>
          </a:xfrm>
          <a:prstGeom prst="rect">
            <a:avLst/>
          </a:prstGeom>
          <a:solidFill>
            <a:schemeClr val="accent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95959"/>
              </a:buClr>
              <a:buSzPts val="1800"/>
              <a:buFont typeface="Arial"/>
              <a:buNone/>
            </a:pPr>
            <a:r>
              <a:t/>
            </a:r>
            <a:endParaRPr sz="1800">
              <a:solidFill>
                <a:schemeClr val="dk1"/>
              </a:solidFill>
              <a:latin typeface="Gill Sans"/>
              <a:ea typeface="Gill Sans"/>
              <a:cs typeface="Gill Sans"/>
              <a:sym typeface="Gill Sans"/>
            </a:endParaRPr>
          </a:p>
        </p:txBody>
      </p:sp>
      <p:sp>
        <p:nvSpPr>
          <p:cNvPr id="282" name="Google Shape;282;p21"/>
          <p:cNvSpPr/>
          <p:nvPr/>
        </p:nvSpPr>
        <p:spPr>
          <a:xfrm>
            <a:off x="7315200" y="5029200"/>
            <a:ext cx="1295400" cy="381000"/>
          </a:xfrm>
          <a:prstGeom prst="rect">
            <a:avLst/>
          </a:prstGeom>
          <a:solidFill>
            <a:schemeClr val="accent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95959"/>
              </a:buClr>
              <a:buSzPts val="1800"/>
              <a:buFont typeface="Arial"/>
              <a:buNone/>
            </a:pPr>
            <a:r>
              <a:t/>
            </a:r>
            <a:endParaRPr sz="1800">
              <a:solidFill>
                <a:schemeClr val="dk1"/>
              </a:solidFill>
              <a:latin typeface="Gill Sans"/>
              <a:ea typeface="Gill Sans"/>
              <a:cs typeface="Gill Sans"/>
              <a:sym typeface="Gill Sans"/>
            </a:endParaRPr>
          </a:p>
        </p:txBody>
      </p:sp>
      <p:sp>
        <p:nvSpPr>
          <p:cNvPr id="283" name="Google Shape;283;p21"/>
          <p:cNvSpPr/>
          <p:nvPr/>
        </p:nvSpPr>
        <p:spPr>
          <a:xfrm>
            <a:off x="7315200" y="2667000"/>
            <a:ext cx="1600200" cy="76200"/>
          </a:xfrm>
          <a:prstGeom prst="rect">
            <a:avLst/>
          </a:prstGeom>
          <a:solidFill>
            <a:schemeClr val="accent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95959"/>
              </a:buClr>
              <a:buSzPts val="1800"/>
              <a:buFont typeface="Arial"/>
              <a:buNone/>
            </a:pPr>
            <a:r>
              <a:t/>
            </a:r>
            <a:endParaRPr sz="1800">
              <a:solidFill>
                <a:schemeClr val="dk1"/>
              </a:solidFill>
              <a:latin typeface="Gill Sans"/>
              <a:ea typeface="Gill Sans"/>
              <a:cs typeface="Gill Sans"/>
              <a:sym typeface="Gill Sans"/>
            </a:endParaRPr>
          </a:p>
        </p:txBody>
      </p:sp>
      <p:sp>
        <p:nvSpPr>
          <p:cNvPr id="284" name="Google Shape;284;p21"/>
          <p:cNvSpPr/>
          <p:nvPr/>
        </p:nvSpPr>
        <p:spPr>
          <a:xfrm>
            <a:off x="381000" y="990600"/>
            <a:ext cx="1524000" cy="152400"/>
          </a:xfrm>
          <a:prstGeom prst="rect">
            <a:avLst/>
          </a:prstGeom>
          <a:solidFill>
            <a:schemeClr val="accent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95959"/>
              </a:buClr>
              <a:buSzPts val="1800"/>
              <a:buFont typeface="Arial"/>
              <a:buNone/>
            </a:pPr>
            <a:r>
              <a:t/>
            </a:r>
            <a:endParaRPr sz="1800">
              <a:solidFill>
                <a:schemeClr val="dk1"/>
              </a:solidFill>
              <a:latin typeface="Gill Sans"/>
              <a:ea typeface="Gill Sans"/>
              <a:cs typeface="Gill Sans"/>
              <a:sym typeface="Gill Sans"/>
            </a:endParaRPr>
          </a:p>
        </p:txBody>
      </p:sp>
      <p:sp>
        <p:nvSpPr>
          <p:cNvPr id="285" name="Google Shape;285;p21"/>
          <p:cNvSpPr/>
          <p:nvPr/>
        </p:nvSpPr>
        <p:spPr>
          <a:xfrm>
            <a:off x="1371600" y="4267200"/>
            <a:ext cx="1295400" cy="228600"/>
          </a:xfrm>
          <a:prstGeom prst="rect">
            <a:avLst/>
          </a:prstGeom>
          <a:solidFill>
            <a:schemeClr val="accent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95959"/>
              </a:buClr>
              <a:buSzPts val="1800"/>
              <a:buFont typeface="Arial"/>
              <a:buNone/>
            </a:pPr>
            <a:r>
              <a:t/>
            </a:r>
            <a:endParaRPr sz="1800">
              <a:solidFill>
                <a:schemeClr val="dk1"/>
              </a:solidFill>
              <a:latin typeface="Gill Sans"/>
              <a:ea typeface="Gill Sans"/>
              <a:cs typeface="Gill Sans"/>
              <a:sym typeface="Gill Sans"/>
            </a:endParaRPr>
          </a:p>
        </p:txBody>
      </p:sp>
      <p:sp>
        <p:nvSpPr>
          <p:cNvPr id="286" name="Google Shape;286;p21"/>
          <p:cNvSpPr/>
          <p:nvPr/>
        </p:nvSpPr>
        <p:spPr>
          <a:xfrm>
            <a:off x="0" y="1295400"/>
            <a:ext cx="1752600" cy="228600"/>
          </a:xfrm>
          <a:prstGeom prst="rect">
            <a:avLst/>
          </a:prstGeom>
          <a:solidFill>
            <a:schemeClr val="accent1"/>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95959"/>
              </a:buClr>
              <a:buSzPts val="1800"/>
              <a:buFont typeface="Arial"/>
              <a:buNone/>
            </a:pPr>
            <a:r>
              <a:t/>
            </a:r>
            <a:endParaRPr sz="1800">
              <a:solidFill>
                <a:schemeClr val="dk1"/>
              </a:solidFill>
              <a:latin typeface="Gill Sans"/>
              <a:ea typeface="Gill Sans"/>
              <a:cs typeface="Gill Sans"/>
              <a:sym typeface="Gill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22"/>
          <p:cNvSpPr txBox="1"/>
          <p:nvPr>
            <p:ph type="title"/>
          </p:nvPr>
        </p:nvSpPr>
        <p:spPr>
          <a:xfrm>
            <a:off x="938213" y="382588"/>
            <a:ext cx="7634287" cy="149225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i="1" lang="en-US"/>
              <a:t>CEREBRAL AQUEDUCT</a:t>
            </a:r>
            <a:endParaRPr/>
          </a:p>
        </p:txBody>
      </p:sp>
      <p:sp>
        <p:nvSpPr>
          <p:cNvPr id="292" name="Google Shape;292;p22"/>
          <p:cNvSpPr txBox="1"/>
          <p:nvPr>
            <p:ph idx="1" type="body"/>
          </p:nvPr>
        </p:nvSpPr>
        <p:spPr>
          <a:xfrm>
            <a:off x="938213" y="2286000"/>
            <a:ext cx="7634287" cy="3594100"/>
          </a:xfrm>
          <a:prstGeom prst="rect">
            <a:avLst/>
          </a:prstGeom>
          <a:noFill/>
          <a:ln>
            <a:noFill/>
          </a:ln>
        </p:spPr>
        <p:txBody>
          <a:bodyPr anchorCtr="0" anchor="t" bIns="45700" lIns="91425" spcFirstLastPara="1" rIns="91425" wrap="square" tIns="45700">
            <a:noAutofit/>
          </a:bodyPr>
          <a:lstStyle/>
          <a:p>
            <a:pPr indent="-228600" lvl="0" marL="228600" rtl="0" algn="l">
              <a:lnSpc>
                <a:spcPct val="80000"/>
              </a:lnSpc>
              <a:spcBef>
                <a:spcPts val="0"/>
              </a:spcBef>
              <a:spcAft>
                <a:spcPts val="0"/>
              </a:spcAft>
              <a:buSzPts val="2100"/>
              <a:buChar char="•"/>
            </a:pPr>
            <a:r>
              <a:rPr lang="en-US" sz="2100"/>
              <a:t>The </a:t>
            </a:r>
            <a:r>
              <a:rPr i="1" lang="en-US" sz="2100"/>
              <a:t>cerebral aqueduct </a:t>
            </a:r>
            <a:r>
              <a:rPr lang="en-US" sz="2100"/>
              <a:t>communicates rostrally with the third ventricle and caudally with the fourth ventricle </a:t>
            </a:r>
            <a:endParaRPr/>
          </a:p>
          <a:p>
            <a:pPr indent="-228600" lvl="0" marL="228600" rtl="0" algn="l">
              <a:lnSpc>
                <a:spcPct val="80000"/>
              </a:lnSpc>
              <a:spcBef>
                <a:spcPts val="700"/>
              </a:spcBef>
              <a:spcAft>
                <a:spcPts val="0"/>
              </a:spcAft>
              <a:buSzPts val="2100"/>
              <a:buChar char="•"/>
            </a:pPr>
            <a:r>
              <a:rPr lang="en-US" sz="2100"/>
              <a:t>This midline channel is about 1.5 mm in diameter in adults and contains no choroid plexus. </a:t>
            </a:r>
            <a:endParaRPr/>
          </a:p>
          <a:p>
            <a:pPr indent="-228600" lvl="0" marL="228600" rtl="0" algn="l">
              <a:lnSpc>
                <a:spcPct val="80000"/>
              </a:lnSpc>
              <a:spcBef>
                <a:spcPts val="700"/>
              </a:spcBef>
              <a:spcAft>
                <a:spcPts val="0"/>
              </a:spcAft>
              <a:buSzPts val="2100"/>
              <a:buChar char="•"/>
            </a:pPr>
            <a:r>
              <a:rPr lang="en-US" sz="2100"/>
              <a:t>Its susceptible to occlusion (</a:t>
            </a:r>
            <a:r>
              <a:rPr i="1" lang="en-US" sz="2100"/>
              <a:t>triventricular hydrocephalus</a:t>
            </a:r>
            <a:r>
              <a:rPr lang="en-US" sz="2100"/>
              <a:t>). For example, cellular debris in the ventricular system (from infections or </a:t>
            </a:r>
            <a:r>
              <a:rPr i="1" lang="en-US" sz="2100"/>
              <a:t>hemorrhage</a:t>
            </a:r>
            <a:r>
              <a:rPr lang="en-US" sz="2100"/>
              <a:t>) may clog the aqueduct. Tumors in the area of the midbrain (such as </a:t>
            </a:r>
            <a:r>
              <a:rPr i="1" lang="en-US" sz="2100"/>
              <a:t>pinealoma</a:t>
            </a:r>
            <a:r>
              <a:rPr lang="en-US" sz="2100"/>
              <a:t>) may compress the midbrain and occlude the aqueduct. </a:t>
            </a:r>
            <a:endParaRPr/>
          </a:p>
          <a:p>
            <a:pPr indent="-228600" lvl="0" marL="228600" rtl="0" algn="l">
              <a:lnSpc>
                <a:spcPct val="80000"/>
              </a:lnSpc>
              <a:spcBef>
                <a:spcPts val="700"/>
              </a:spcBef>
              <a:spcAft>
                <a:spcPts val="0"/>
              </a:spcAft>
              <a:buSzPts val="2100"/>
              <a:buChar char="•"/>
            </a:pPr>
            <a:r>
              <a:rPr lang="en-US" sz="2100"/>
              <a:t>The cerebral aqueduct is surrounded on all sides by a sleeve of gray matter that contains primarily small neurons; this is the </a:t>
            </a:r>
            <a:r>
              <a:rPr i="1" lang="en-US" sz="2100"/>
              <a:t>periaqueductal gray</a:t>
            </a:r>
            <a:r>
              <a:rPr lang="en-US" sz="2100"/>
              <a:t> or </a:t>
            </a:r>
            <a:r>
              <a:rPr i="1" lang="en-US" sz="2100"/>
              <a:t>central gray.</a:t>
            </a:r>
            <a:r>
              <a:rPr lang="en-US" sz="2100"/>
              <a:t>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pic>
        <p:nvPicPr>
          <p:cNvPr descr="sectiipl" id="297" name="Google Shape;297;p23"/>
          <p:cNvPicPr preferRelativeResize="0"/>
          <p:nvPr/>
        </p:nvPicPr>
        <p:blipFill rotWithShape="1">
          <a:blip r:embed="rId3">
            <a:alphaModFix/>
          </a:blip>
          <a:srcRect b="0" l="0" r="0" t="0"/>
          <a:stretch/>
        </p:blipFill>
        <p:spPr>
          <a:xfrm>
            <a:off x="990600" y="-228600"/>
            <a:ext cx="7086600" cy="7086600"/>
          </a:xfrm>
          <a:prstGeom prst="rect">
            <a:avLst/>
          </a:prstGeom>
          <a:noFill/>
          <a:ln>
            <a:noFill/>
          </a:ln>
        </p:spPr>
      </p:pic>
      <p:cxnSp>
        <p:nvCxnSpPr>
          <p:cNvPr id="298" name="Google Shape;298;p23"/>
          <p:cNvCxnSpPr/>
          <p:nvPr/>
        </p:nvCxnSpPr>
        <p:spPr>
          <a:xfrm>
            <a:off x="914400" y="4800600"/>
            <a:ext cx="762000" cy="0"/>
          </a:xfrm>
          <a:prstGeom prst="straightConnector1">
            <a:avLst/>
          </a:prstGeom>
          <a:noFill/>
          <a:ln cap="flat" cmpd="sng" w="9525">
            <a:solidFill>
              <a:schemeClr val="dk1"/>
            </a:solidFill>
            <a:prstDash val="solid"/>
            <a:round/>
            <a:headEnd len="med" w="med" type="none"/>
            <a:tailEnd len="med" w="med" type="triangle"/>
          </a:ln>
        </p:spPr>
      </p:cxnSp>
      <p:cxnSp>
        <p:nvCxnSpPr>
          <p:cNvPr id="299" name="Google Shape;299;p23"/>
          <p:cNvCxnSpPr/>
          <p:nvPr/>
        </p:nvCxnSpPr>
        <p:spPr>
          <a:xfrm>
            <a:off x="1828800" y="4876800"/>
            <a:ext cx="19050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24"/>
          <p:cNvSpPr txBox="1"/>
          <p:nvPr>
            <p:ph type="title"/>
          </p:nvPr>
        </p:nvSpPr>
        <p:spPr>
          <a:xfrm>
            <a:off x="938213" y="382588"/>
            <a:ext cx="7634287" cy="149225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i="1" lang="en-US"/>
              <a:t>FOURTH VENTRICLE</a:t>
            </a:r>
            <a:endParaRPr/>
          </a:p>
        </p:txBody>
      </p:sp>
      <p:sp>
        <p:nvSpPr>
          <p:cNvPr id="305" name="Google Shape;305;p24"/>
          <p:cNvSpPr txBox="1"/>
          <p:nvPr>
            <p:ph idx="1" type="body"/>
          </p:nvPr>
        </p:nvSpPr>
        <p:spPr>
          <a:xfrm>
            <a:off x="938213" y="2286000"/>
            <a:ext cx="7634287" cy="3594100"/>
          </a:xfrm>
          <a:prstGeom prst="rect">
            <a:avLst/>
          </a:prstGeom>
          <a:noFill/>
          <a:ln>
            <a:noFill/>
          </a:ln>
        </p:spPr>
        <p:txBody>
          <a:bodyPr anchorCtr="0" anchor="t" bIns="45700" lIns="91425" spcFirstLastPara="1" rIns="91425" wrap="square" tIns="45700">
            <a:normAutofit fontScale="92500"/>
          </a:bodyPr>
          <a:lstStyle/>
          <a:p>
            <a:pPr indent="-228600" lvl="0" marL="228600" rtl="0" algn="l">
              <a:lnSpc>
                <a:spcPct val="90000"/>
              </a:lnSpc>
              <a:spcBef>
                <a:spcPts val="0"/>
              </a:spcBef>
              <a:spcAft>
                <a:spcPts val="0"/>
              </a:spcAft>
              <a:buSzPct val="100000"/>
              <a:buChar char="•"/>
            </a:pPr>
            <a:r>
              <a:rPr lang="en-US" sz="2600">
                <a:solidFill>
                  <a:srgbClr val="595959"/>
                </a:solidFill>
              </a:rPr>
              <a:t>The roof of the caudal part of the fourth ventricle and the lateral recesses is composed of </a:t>
            </a:r>
            <a:r>
              <a:rPr b="1" i="1" lang="en-US" sz="2600">
                <a:solidFill>
                  <a:srgbClr val="595959"/>
                </a:solidFill>
              </a:rPr>
              <a:t>tela choroidea</a:t>
            </a:r>
            <a:endParaRPr/>
          </a:p>
          <a:p>
            <a:pPr indent="-228600" lvl="0" marL="228600" rtl="0" algn="l">
              <a:lnSpc>
                <a:spcPct val="90000"/>
              </a:lnSpc>
              <a:spcBef>
                <a:spcPts val="700"/>
              </a:spcBef>
              <a:spcAft>
                <a:spcPts val="0"/>
              </a:spcAft>
              <a:buSzPct val="100000"/>
              <a:buFont typeface="Noto Sans Symbols"/>
              <a:buNone/>
            </a:pPr>
            <a:r>
              <a:t/>
            </a:r>
            <a:endParaRPr b="1" sz="2600">
              <a:solidFill>
                <a:srgbClr val="595959"/>
              </a:solidFill>
            </a:endParaRPr>
          </a:p>
          <a:p>
            <a:pPr indent="-228600" lvl="0" marL="228600" rtl="0" algn="l">
              <a:lnSpc>
                <a:spcPct val="90000"/>
              </a:lnSpc>
              <a:spcBef>
                <a:spcPts val="700"/>
              </a:spcBef>
              <a:spcAft>
                <a:spcPts val="0"/>
              </a:spcAft>
              <a:buSzPct val="100000"/>
              <a:buChar char="•"/>
            </a:pPr>
            <a:r>
              <a:rPr lang="en-US" sz="2600">
                <a:solidFill>
                  <a:srgbClr val="595959"/>
                </a:solidFill>
              </a:rPr>
              <a:t>The rostral boundaries of this space are formed by </a:t>
            </a:r>
            <a:r>
              <a:rPr b="1" lang="en-US" sz="2600">
                <a:solidFill>
                  <a:srgbClr val="595959"/>
                </a:solidFill>
              </a:rPr>
              <a:t>cerebellum and the superior cerebellar peduncles and anterior medullary velum</a:t>
            </a:r>
            <a:r>
              <a:rPr lang="en-US" sz="2600">
                <a:solidFill>
                  <a:srgbClr val="595959"/>
                </a:solidFill>
              </a:rPr>
              <a:t> </a:t>
            </a:r>
            <a:endParaRPr/>
          </a:p>
          <a:p>
            <a:pPr indent="-228600" lvl="0" marL="228600" rtl="0" algn="l">
              <a:lnSpc>
                <a:spcPct val="90000"/>
              </a:lnSpc>
              <a:spcBef>
                <a:spcPts val="700"/>
              </a:spcBef>
              <a:spcAft>
                <a:spcPts val="0"/>
              </a:spcAft>
              <a:buSzPct val="100000"/>
              <a:buFont typeface="Noto Sans Symbols"/>
              <a:buNone/>
            </a:pPr>
            <a:r>
              <a:t/>
            </a:r>
            <a:endParaRPr sz="2600">
              <a:solidFill>
                <a:srgbClr val="595959"/>
              </a:solidFill>
            </a:endParaRPr>
          </a:p>
          <a:p>
            <a:pPr indent="-228600" lvl="0" marL="228600" rtl="0" algn="l">
              <a:lnSpc>
                <a:spcPct val="90000"/>
              </a:lnSpc>
              <a:spcBef>
                <a:spcPts val="700"/>
              </a:spcBef>
              <a:spcAft>
                <a:spcPts val="0"/>
              </a:spcAft>
              <a:buSzPct val="100000"/>
              <a:buChar char="•"/>
            </a:pPr>
            <a:r>
              <a:rPr lang="en-US" sz="2600">
                <a:solidFill>
                  <a:srgbClr val="595959"/>
                </a:solidFill>
              </a:rPr>
              <a:t>The floor of the fourth ventricle, the </a:t>
            </a:r>
            <a:r>
              <a:rPr i="1" lang="en-US" sz="2600">
                <a:solidFill>
                  <a:srgbClr val="595959"/>
                </a:solidFill>
              </a:rPr>
              <a:t>rhomboid fossa</a:t>
            </a:r>
            <a:r>
              <a:rPr lang="en-US" sz="2600">
                <a:solidFill>
                  <a:srgbClr val="595959"/>
                </a:solidFill>
              </a:rPr>
              <a:t> is formed by the </a:t>
            </a:r>
            <a:r>
              <a:rPr b="1" lang="en-US" sz="2600">
                <a:solidFill>
                  <a:srgbClr val="595959"/>
                </a:solidFill>
              </a:rPr>
              <a:t>pons and medulla</a:t>
            </a:r>
            <a:r>
              <a:rPr lang="en-US" sz="2600">
                <a:solidFill>
                  <a:srgbClr val="595959"/>
                </a:solidFill>
              </a:rPr>
              <a:t>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pic>
        <p:nvPicPr>
          <p:cNvPr descr="00046mod" id="310" name="Google Shape;310;p25"/>
          <p:cNvPicPr preferRelativeResize="0"/>
          <p:nvPr/>
        </p:nvPicPr>
        <p:blipFill rotWithShape="1">
          <a:blip r:embed="rId3">
            <a:alphaModFix/>
          </a:blip>
          <a:srcRect b="0" l="0" r="0" t="0"/>
          <a:stretch/>
        </p:blipFill>
        <p:spPr>
          <a:xfrm>
            <a:off x="1676400" y="0"/>
            <a:ext cx="5791200" cy="68580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pic>
        <p:nvPicPr>
          <p:cNvPr descr="showimage" id="315" name="Google Shape;315;p26"/>
          <p:cNvPicPr preferRelativeResize="0"/>
          <p:nvPr/>
        </p:nvPicPr>
        <p:blipFill rotWithShape="1">
          <a:blip r:embed="rId3">
            <a:alphaModFix/>
          </a:blip>
          <a:srcRect b="0" l="0" r="0" t="0"/>
          <a:stretch/>
        </p:blipFill>
        <p:spPr>
          <a:xfrm>
            <a:off x="533400" y="0"/>
            <a:ext cx="8077200" cy="68580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27"/>
          <p:cNvSpPr txBox="1"/>
          <p:nvPr>
            <p:ph type="title"/>
          </p:nvPr>
        </p:nvSpPr>
        <p:spPr>
          <a:xfrm>
            <a:off x="938213" y="382588"/>
            <a:ext cx="7634287" cy="149225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i="1" lang="en-US"/>
              <a:t>FOURTH VENTRICLE</a:t>
            </a:r>
            <a:endParaRPr/>
          </a:p>
        </p:txBody>
      </p:sp>
      <p:sp>
        <p:nvSpPr>
          <p:cNvPr id="321" name="Google Shape;321;p27"/>
          <p:cNvSpPr txBox="1"/>
          <p:nvPr>
            <p:ph idx="1" type="body"/>
          </p:nvPr>
        </p:nvSpPr>
        <p:spPr>
          <a:xfrm>
            <a:off x="938213" y="2286000"/>
            <a:ext cx="7634287" cy="3594100"/>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110000"/>
              </a:lnSpc>
              <a:spcBef>
                <a:spcPts val="0"/>
              </a:spcBef>
              <a:spcAft>
                <a:spcPts val="0"/>
              </a:spcAft>
              <a:buSzPct val="100000"/>
              <a:buChar char="•"/>
            </a:pPr>
            <a:r>
              <a:rPr lang="en-US" sz="2600">
                <a:solidFill>
                  <a:srgbClr val="595959"/>
                </a:solidFill>
              </a:rPr>
              <a:t>The only openings between the ventricles of the brain and the subarachnoid space surrounding the brain are </a:t>
            </a:r>
            <a:r>
              <a:rPr b="1" lang="en-US" sz="2600">
                <a:solidFill>
                  <a:srgbClr val="595959"/>
                </a:solidFill>
              </a:rPr>
              <a:t>the foramina of Luschka and Magendie in the fourth ventricle. </a:t>
            </a:r>
            <a:endParaRPr/>
          </a:p>
          <a:p>
            <a:pPr indent="-228600" lvl="0" marL="228600" rtl="0" algn="l">
              <a:lnSpc>
                <a:spcPct val="110000"/>
              </a:lnSpc>
              <a:spcBef>
                <a:spcPts val="700"/>
              </a:spcBef>
              <a:spcAft>
                <a:spcPts val="0"/>
              </a:spcAft>
              <a:buSzPct val="100000"/>
              <a:buChar char="•"/>
            </a:pPr>
            <a:r>
              <a:rPr lang="en-US" sz="2600">
                <a:solidFill>
                  <a:srgbClr val="595959"/>
                </a:solidFill>
              </a:rPr>
              <a:t>It opens into the area of the pons-medulla-cerebellum junction, the </a:t>
            </a:r>
            <a:r>
              <a:rPr i="1" lang="en-US" sz="2600">
                <a:solidFill>
                  <a:srgbClr val="595959"/>
                </a:solidFill>
              </a:rPr>
              <a:t>cerebellopontine angle,</a:t>
            </a:r>
            <a:r>
              <a:rPr lang="en-US" sz="2600">
                <a:solidFill>
                  <a:srgbClr val="595959"/>
                </a:solidFill>
              </a:rPr>
              <a:t> through the </a:t>
            </a:r>
            <a:r>
              <a:rPr i="1" lang="en-US" sz="2600">
                <a:solidFill>
                  <a:srgbClr val="595959"/>
                </a:solidFill>
              </a:rPr>
              <a:t>foramina of Luschka</a:t>
            </a:r>
            <a:r>
              <a:rPr lang="en-US" sz="2600">
                <a:solidFill>
                  <a:srgbClr val="595959"/>
                </a:solidFill>
              </a:rPr>
              <a:t> </a:t>
            </a:r>
            <a:endParaRPr/>
          </a:p>
          <a:p>
            <a:pPr indent="-228600" lvl="0" marL="228600" rtl="0" algn="l">
              <a:lnSpc>
                <a:spcPct val="110000"/>
              </a:lnSpc>
              <a:spcBef>
                <a:spcPts val="700"/>
              </a:spcBef>
              <a:spcAft>
                <a:spcPts val="0"/>
              </a:spcAft>
              <a:buSzPct val="100000"/>
              <a:buChar char="•"/>
            </a:pPr>
            <a:r>
              <a:rPr lang="en-US" sz="2600">
                <a:solidFill>
                  <a:srgbClr val="595959"/>
                </a:solidFill>
              </a:rPr>
              <a:t>The irregularly shaped </a:t>
            </a:r>
            <a:r>
              <a:rPr i="1" lang="en-US" sz="2600">
                <a:solidFill>
                  <a:srgbClr val="595959"/>
                </a:solidFill>
              </a:rPr>
              <a:t>foramen of Magendie</a:t>
            </a:r>
            <a:r>
              <a:rPr lang="en-US" sz="2600">
                <a:solidFill>
                  <a:srgbClr val="595959"/>
                </a:solidFill>
              </a:rPr>
              <a:t> is located in the caudal sloping roof of the ventricle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pic>
        <p:nvPicPr>
          <p:cNvPr descr="showimage" id="326" name="Google Shape;326;p28"/>
          <p:cNvPicPr preferRelativeResize="0"/>
          <p:nvPr/>
        </p:nvPicPr>
        <p:blipFill rotWithShape="1">
          <a:blip r:embed="rId3">
            <a:alphaModFix/>
          </a:blip>
          <a:srcRect b="0" l="0" r="0" t="0"/>
          <a:stretch/>
        </p:blipFill>
        <p:spPr>
          <a:xfrm>
            <a:off x="0" y="-104775"/>
            <a:ext cx="9144000" cy="7067550"/>
          </a:xfrm>
          <a:prstGeom prst="rect">
            <a:avLst/>
          </a:prstGeom>
          <a:noFill/>
          <a:ln>
            <a:noFill/>
          </a:ln>
        </p:spPr>
      </p:pic>
      <p:sp>
        <p:nvSpPr>
          <p:cNvPr id="327" name="Google Shape;327;p28"/>
          <p:cNvSpPr/>
          <p:nvPr/>
        </p:nvSpPr>
        <p:spPr>
          <a:xfrm>
            <a:off x="5791200" y="2209800"/>
            <a:ext cx="1371600" cy="228600"/>
          </a:xfrm>
          <a:prstGeom prst="rect">
            <a:avLst/>
          </a:prstGeom>
          <a:solidFill>
            <a:schemeClr val="accent1">
              <a:alpha val="0"/>
            </a:schemeClr>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95959"/>
              </a:buClr>
              <a:buSzPts val="1800"/>
              <a:buFont typeface="Arial"/>
              <a:buNone/>
            </a:pPr>
            <a:r>
              <a:t/>
            </a:r>
            <a:endParaRPr sz="1800">
              <a:solidFill>
                <a:schemeClr val="dk1"/>
              </a:solidFill>
              <a:latin typeface="Gill Sans"/>
              <a:ea typeface="Gill Sans"/>
              <a:cs typeface="Gill Sans"/>
              <a:sym typeface="Gill Sans"/>
            </a:endParaRPr>
          </a:p>
        </p:txBody>
      </p:sp>
      <p:sp>
        <p:nvSpPr>
          <p:cNvPr id="328" name="Google Shape;328;p28"/>
          <p:cNvSpPr/>
          <p:nvPr/>
        </p:nvSpPr>
        <p:spPr>
          <a:xfrm>
            <a:off x="4648200" y="2667000"/>
            <a:ext cx="762000" cy="304800"/>
          </a:xfrm>
          <a:prstGeom prst="rect">
            <a:avLst/>
          </a:prstGeom>
          <a:solidFill>
            <a:schemeClr val="accent1">
              <a:alpha val="0"/>
            </a:schemeClr>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95959"/>
              </a:buClr>
              <a:buSzPts val="1800"/>
              <a:buFont typeface="Arial"/>
              <a:buNone/>
            </a:pPr>
            <a:r>
              <a:t/>
            </a:r>
            <a:endParaRPr sz="1800">
              <a:solidFill>
                <a:schemeClr val="dk1"/>
              </a:solidFill>
              <a:latin typeface="Gill Sans"/>
              <a:ea typeface="Gill Sans"/>
              <a:cs typeface="Gill Sans"/>
              <a:sym typeface="Gill Sans"/>
            </a:endParaRPr>
          </a:p>
        </p:txBody>
      </p:sp>
      <p:sp>
        <p:nvSpPr>
          <p:cNvPr id="329" name="Google Shape;329;p28"/>
          <p:cNvSpPr/>
          <p:nvPr/>
        </p:nvSpPr>
        <p:spPr>
          <a:xfrm>
            <a:off x="5105400" y="6019800"/>
            <a:ext cx="1371600" cy="228600"/>
          </a:xfrm>
          <a:prstGeom prst="rect">
            <a:avLst/>
          </a:prstGeom>
          <a:solidFill>
            <a:schemeClr val="accent1">
              <a:alpha val="0"/>
            </a:schemeClr>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95959"/>
              </a:buClr>
              <a:buSzPts val="1800"/>
              <a:buFont typeface="Arial"/>
              <a:buNone/>
            </a:pPr>
            <a:r>
              <a:t/>
            </a:r>
            <a:endParaRPr sz="1800">
              <a:solidFill>
                <a:schemeClr val="dk1"/>
              </a:solidFill>
              <a:latin typeface="Gill Sans"/>
              <a:ea typeface="Gill Sans"/>
              <a:cs typeface="Gill Sans"/>
              <a:sym typeface="Gill Sans"/>
            </a:endParaRPr>
          </a:p>
        </p:txBody>
      </p:sp>
      <p:sp>
        <p:nvSpPr>
          <p:cNvPr id="330" name="Google Shape;330;p28"/>
          <p:cNvSpPr/>
          <p:nvPr/>
        </p:nvSpPr>
        <p:spPr>
          <a:xfrm>
            <a:off x="2667000" y="5562600"/>
            <a:ext cx="914400" cy="304800"/>
          </a:xfrm>
          <a:prstGeom prst="rect">
            <a:avLst/>
          </a:prstGeom>
          <a:solidFill>
            <a:schemeClr val="lt1">
              <a:alpha val="0"/>
            </a:schemeClr>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95959"/>
              </a:buClr>
              <a:buSzPts val="1800"/>
              <a:buFont typeface="Arial"/>
              <a:buNone/>
            </a:pPr>
            <a:r>
              <a:t/>
            </a:r>
            <a:endParaRPr sz="1800">
              <a:solidFill>
                <a:schemeClr val="dk1"/>
              </a:solidFill>
              <a:latin typeface="Gill Sans"/>
              <a:ea typeface="Gill Sans"/>
              <a:cs typeface="Gill Sans"/>
              <a:sym typeface="Gill San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29"/>
          <p:cNvSpPr txBox="1"/>
          <p:nvPr>
            <p:ph type="title"/>
          </p:nvPr>
        </p:nvSpPr>
        <p:spPr>
          <a:xfrm>
            <a:off x="938213" y="382588"/>
            <a:ext cx="7634287" cy="149225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lang="en-US"/>
              <a:t>HEMORRHAGE INTO THE VENTRICLES </a:t>
            </a:r>
            <a:endParaRPr/>
          </a:p>
        </p:txBody>
      </p:sp>
      <p:sp>
        <p:nvSpPr>
          <p:cNvPr id="336" name="Google Shape;336;p29"/>
          <p:cNvSpPr txBox="1"/>
          <p:nvPr>
            <p:ph idx="1" type="body"/>
          </p:nvPr>
        </p:nvSpPr>
        <p:spPr>
          <a:xfrm>
            <a:off x="938213" y="2286000"/>
            <a:ext cx="7634287" cy="3594100"/>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SzPts val="2600"/>
              <a:buChar char="•"/>
            </a:pPr>
            <a:r>
              <a:rPr lang="en-US" sz="2600"/>
              <a:t>A variety of events may result in blood accumulating in the ventricular spaces in the brain such as </a:t>
            </a:r>
            <a:r>
              <a:rPr i="1" lang="en-US" sz="2600"/>
              <a:t>cerebral hemorrhage</a:t>
            </a:r>
            <a:r>
              <a:rPr lang="en-US" sz="2600"/>
              <a:t>, rupture of an intracranial aneurysm (especially those located immediately adjacent to the third or fourth ventricles), or severe head trauma. </a:t>
            </a:r>
            <a:endParaRPr/>
          </a:p>
          <a:p>
            <a:pPr indent="-228600" lvl="0" marL="228600" rtl="0" algn="l">
              <a:lnSpc>
                <a:spcPct val="90000"/>
              </a:lnSpc>
              <a:spcBef>
                <a:spcPts val="700"/>
              </a:spcBef>
              <a:spcAft>
                <a:spcPts val="0"/>
              </a:spcAft>
              <a:buSzPts val="2600"/>
              <a:buFont typeface="Noto Sans Symbols"/>
              <a:buNone/>
            </a:pPr>
            <a:r>
              <a:t/>
            </a:r>
            <a:endParaRPr sz="2600"/>
          </a:p>
          <a:p>
            <a:pPr indent="-228600" lvl="0" marL="228600" rtl="0" algn="l">
              <a:lnSpc>
                <a:spcPct val="90000"/>
              </a:lnSpc>
              <a:spcBef>
                <a:spcPts val="700"/>
              </a:spcBef>
              <a:spcAft>
                <a:spcPts val="0"/>
              </a:spcAft>
              <a:buSzPts val="2600"/>
              <a:buChar char="•"/>
            </a:pPr>
            <a:r>
              <a:rPr lang="en-US" sz="2600"/>
              <a:t>Less frequent causes are rupture, or bleeding, from an intraventricular AVM, or bleeding from a tumor located in, or invading, the ventricular space.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30"/>
          <p:cNvSpPr txBox="1"/>
          <p:nvPr>
            <p:ph type="title"/>
          </p:nvPr>
        </p:nvSpPr>
        <p:spPr>
          <a:xfrm>
            <a:off x="938213" y="382588"/>
            <a:ext cx="7634287" cy="149225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lang="en-US"/>
              <a:t>HEMORRHAGE INTO THE VENTRICLES</a:t>
            </a:r>
            <a:endParaRPr/>
          </a:p>
        </p:txBody>
      </p:sp>
      <p:sp>
        <p:nvSpPr>
          <p:cNvPr id="342" name="Google Shape;342;p30"/>
          <p:cNvSpPr txBox="1"/>
          <p:nvPr>
            <p:ph idx="1" type="body"/>
          </p:nvPr>
        </p:nvSpPr>
        <p:spPr>
          <a:xfrm>
            <a:off x="938213" y="2286000"/>
            <a:ext cx="7634287" cy="3594100"/>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80000"/>
              </a:lnSpc>
              <a:spcBef>
                <a:spcPts val="0"/>
              </a:spcBef>
              <a:spcAft>
                <a:spcPts val="0"/>
              </a:spcAft>
              <a:buSzPts val="2600"/>
              <a:buChar char="•"/>
            </a:pPr>
            <a:r>
              <a:rPr lang="en-US" sz="2600">
                <a:solidFill>
                  <a:srgbClr val="595959"/>
                </a:solidFill>
              </a:rPr>
              <a:t>Whatever the cause, blood in the ventricles, especially acute blood, is clearly seen on CT The white appearance of the blood characteristically outlines the ventricular spaces and is clearly distinguishable from blood at other intracranial locations.</a:t>
            </a:r>
            <a:endParaRPr/>
          </a:p>
          <a:p>
            <a:pPr indent="-228600" lvl="0" marL="228600" rtl="0" algn="l">
              <a:lnSpc>
                <a:spcPct val="80000"/>
              </a:lnSpc>
              <a:spcBef>
                <a:spcPts val="700"/>
              </a:spcBef>
              <a:spcAft>
                <a:spcPts val="0"/>
              </a:spcAft>
              <a:buSzPts val="2600"/>
              <a:buChar char="•"/>
            </a:pPr>
            <a:r>
              <a:rPr lang="en-US" sz="2600">
                <a:solidFill>
                  <a:srgbClr val="595959"/>
                </a:solidFill>
              </a:rPr>
              <a:t>In fact, blood in the ventricular spaces can create an </a:t>
            </a:r>
            <a:r>
              <a:rPr i="1" lang="en-US" sz="2600">
                <a:solidFill>
                  <a:srgbClr val="595959"/>
                </a:solidFill>
              </a:rPr>
              <a:t>in vivo cast</a:t>
            </a:r>
            <a:r>
              <a:rPr lang="en-US" sz="2600">
                <a:solidFill>
                  <a:srgbClr val="595959"/>
                </a:solidFill>
              </a:rPr>
              <a:t> showing details of the ventricular spaces and their relationships </a:t>
            </a:r>
            <a:endParaRPr/>
          </a:p>
          <a:p>
            <a:pPr indent="-228600" lvl="0" marL="228600" rtl="0" algn="l">
              <a:lnSpc>
                <a:spcPct val="80000"/>
              </a:lnSpc>
              <a:spcBef>
                <a:spcPts val="700"/>
              </a:spcBef>
              <a:spcAft>
                <a:spcPts val="0"/>
              </a:spcAft>
              <a:buSzPts val="2600"/>
              <a:buChar char="•"/>
            </a:pPr>
            <a:r>
              <a:rPr lang="en-US" sz="2600">
                <a:solidFill>
                  <a:srgbClr val="595959"/>
                </a:solidFill>
              </a:rPr>
              <a:t>Alterations of size, shape, or position of a ventricle containing blood may be indicative of further neurologic complications </a:t>
            </a:r>
            <a:endParaRPr/>
          </a:p>
          <a:p>
            <a:pPr indent="-63500" lvl="0" marL="228600" rtl="0" algn="l">
              <a:lnSpc>
                <a:spcPct val="80000"/>
              </a:lnSpc>
              <a:spcBef>
                <a:spcPts val="700"/>
              </a:spcBef>
              <a:spcAft>
                <a:spcPts val="0"/>
              </a:spcAft>
              <a:buSzPts val="2600"/>
              <a:buNone/>
            </a:pPr>
            <a:r>
              <a:t/>
            </a:r>
            <a:endParaRPr sz="2600">
              <a:solidFill>
                <a:srgbClr val="595959"/>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31"/>
          <p:cNvSpPr txBox="1"/>
          <p:nvPr>
            <p:ph type="title"/>
          </p:nvPr>
        </p:nvSpPr>
        <p:spPr>
          <a:xfrm>
            <a:off x="457200" y="277813"/>
            <a:ext cx="8229600" cy="113982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t/>
            </a:r>
            <a:endParaRPr/>
          </a:p>
        </p:txBody>
      </p:sp>
      <p:sp>
        <p:nvSpPr>
          <p:cNvPr id="348" name="Google Shape;348;p31"/>
          <p:cNvSpPr txBox="1"/>
          <p:nvPr>
            <p:ph idx="1" type="body"/>
          </p:nvPr>
        </p:nvSpPr>
        <p:spPr>
          <a:xfrm>
            <a:off x="457200" y="1600200"/>
            <a:ext cx="4038600" cy="2187575"/>
          </a:xfrm>
          <a:prstGeom prst="rect">
            <a:avLst/>
          </a:prstGeom>
          <a:noFill/>
          <a:ln>
            <a:noFill/>
          </a:ln>
        </p:spPr>
        <p:txBody>
          <a:bodyPr anchorCtr="0" anchor="t" bIns="45700" lIns="91425" spcFirstLastPara="1" rIns="91425" wrap="square" tIns="45700">
            <a:noAutofit/>
          </a:bodyPr>
          <a:lstStyle/>
          <a:p>
            <a:pPr indent="-95250" lvl="0" marL="228600" rtl="0" algn="l">
              <a:lnSpc>
                <a:spcPct val="110000"/>
              </a:lnSpc>
              <a:spcBef>
                <a:spcPts val="0"/>
              </a:spcBef>
              <a:spcAft>
                <a:spcPts val="0"/>
              </a:spcAft>
              <a:buSzPts val="2100"/>
              <a:buNone/>
            </a:pPr>
            <a:r>
              <a:t/>
            </a:r>
            <a:endParaRPr sz="2100"/>
          </a:p>
        </p:txBody>
      </p:sp>
      <p:sp>
        <p:nvSpPr>
          <p:cNvPr id="349" name="Google Shape;349;p31"/>
          <p:cNvSpPr txBox="1"/>
          <p:nvPr>
            <p:ph idx="2" type="body"/>
          </p:nvPr>
        </p:nvSpPr>
        <p:spPr>
          <a:xfrm>
            <a:off x="4648200" y="1600200"/>
            <a:ext cx="4038600" cy="2187575"/>
          </a:xfrm>
          <a:prstGeom prst="rect">
            <a:avLst/>
          </a:prstGeom>
          <a:noFill/>
          <a:ln>
            <a:noFill/>
          </a:ln>
        </p:spPr>
        <p:txBody>
          <a:bodyPr anchorCtr="0" anchor="t" bIns="45700" lIns="91425" spcFirstLastPara="1" rIns="91425" wrap="square" tIns="45700">
            <a:noAutofit/>
          </a:bodyPr>
          <a:lstStyle/>
          <a:p>
            <a:pPr indent="-95250" lvl="0" marL="228600" rtl="0" algn="l">
              <a:lnSpc>
                <a:spcPct val="110000"/>
              </a:lnSpc>
              <a:spcBef>
                <a:spcPts val="0"/>
              </a:spcBef>
              <a:spcAft>
                <a:spcPts val="0"/>
              </a:spcAft>
              <a:buSzPts val="2100"/>
              <a:buNone/>
            </a:pPr>
            <a:r>
              <a:t/>
            </a:r>
            <a:endParaRPr sz="2100"/>
          </a:p>
        </p:txBody>
      </p:sp>
      <p:sp>
        <p:nvSpPr>
          <p:cNvPr id="350" name="Google Shape;350;p31"/>
          <p:cNvSpPr txBox="1"/>
          <p:nvPr>
            <p:ph idx="3" type="body"/>
          </p:nvPr>
        </p:nvSpPr>
        <p:spPr>
          <a:xfrm>
            <a:off x="457200" y="3941763"/>
            <a:ext cx="4038600" cy="2189162"/>
          </a:xfrm>
          <a:prstGeom prst="rect">
            <a:avLst/>
          </a:prstGeom>
          <a:noFill/>
          <a:ln>
            <a:noFill/>
          </a:ln>
        </p:spPr>
        <p:txBody>
          <a:bodyPr anchorCtr="0" anchor="t" bIns="45700" lIns="91425" spcFirstLastPara="1" rIns="91425" wrap="square" tIns="45700">
            <a:noAutofit/>
          </a:bodyPr>
          <a:lstStyle/>
          <a:p>
            <a:pPr indent="-95250" lvl="0" marL="228600" rtl="0" algn="l">
              <a:lnSpc>
                <a:spcPct val="110000"/>
              </a:lnSpc>
              <a:spcBef>
                <a:spcPts val="0"/>
              </a:spcBef>
              <a:spcAft>
                <a:spcPts val="0"/>
              </a:spcAft>
              <a:buSzPts val="2100"/>
              <a:buNone/>
            </a:pPr>
            <a:r>
              <a:t/>
            </a:r>
            <a:endParaRPr sz="2100"/>
          </a:p>
        </p:txBody>
      </p:sp>
      <p:sp>
        <p:nvSpPr>
          <p:cNvPr id="351" name="Google Shape;351;p31"/>
          <p:cNvSpPr txBox="1"/>
          <p:nvPr>
            <p:ph idx="4" type="body"/>
          </p:nvPr>
        </p:nvSpPr>
        <p:spPr>
          <a:xfrm>
            <a:off x="4648200" y="3941763"/>
            <a:ext cx="4038600" cy="2189162"/>
          </a:xfrm>
          <a:prstGeom prst="rect">
            <a:avLst/>
          </a:prstGeom>
          <a:noFill/>
          <a:ln>
            <a:noFill/>
          </a:ln>
        </p:spPr>
        <p:txBody>
          <a:bodyPr anchorCtr="0" anchor="t" bIns="45700" lIns="91425" spcFirstLastPara="1" rIns="91425" wrap="square" tIns="45700">
            <a:noAutofit/>
          </a:bodyPr>
          <a:lstStyle/>
          <a:p>
            <a:pPr indent="-95250" lvl="0" marL="228600" rtl="0" algn="l">
              <a:lnSpc>
                <a:spcPct val="110000"/>
              </a:lnSpc>
              <a:spcBef>
                <a:spcPts val="0"/>
              </a:spcBef>
              <a:spcAft>
                <a:spcPts val="0"/>
              </a:spcAft>
              <a:buSzPts val="2100"/>
              <a:buNone/>
            </a:pPr>
            <a:r>
              <a:t/>
            </a:r>
            <a:endParaRPr sz="2100"/>
          </a:p>
        </p:txBody>
      </p:sp>
      <p:pic>
        <p:nvPicPr>
          <p:cNvPr descr="showimage" id="352" name="Google Shape;352;p31"/>
          <p:cNvPicPr preferRelativeResize="0"/>
          <p:nvPr/>
        </p:nvPicPr>
        <p:blipFill rotWithShape="1">
          <a:blip r:embed="rId3">
            <a:alphaModFix/>
          </a:blip>
          <a:srcRect b="0" l="0" r="0" t="0"/>
          <a:stretch/>
        </p:blipFill>
        <p:spPr>
          <a:xfrm>
            <a:off x="-533400" y="152400"/>
            <a:ext cx="5886450" cy="3343275"/>
          </a:xfrm>
          <a:prstGeom prst="rect">
            <a:avLst/>
          </a:prstGeom>
          <a:noFill/>
          <a:ln>
            <a:noFill/>
          </a:ln>
        </p:spPr>
      </p:pic>
      <p:pic>
        <p:nvPicPr>
          <p:cNvPr descr="showimage" id="353" name="Google Shape;353;p31"/>
          <p:cNvPicPr preferRelativeResize="0"/>
          <p:nvPr/>
        </p:nvPicPr>
        <p:blipFill rotWithShape="1">
          <a:blip r:embed="rId4">
            <a:alphaModFix/>
          </a:blip>
          <a:srcRect b="0" l="0" r="0" t="0"/>
          <a:stretch/>
        </p:blipFill>
        <p:spPr>
          <a:xfrm>
            <a:off x="3810000" y="304800"/>
            <a:ext cx="5886450" cy="3190875"/>
          </a:xfrm>
          <a:prstGeom prst="rect">
            <a:avLst/>
          </a:prstGeom>
          <a:noFill/>
          <a:ln>
            <a:noFill/>
          </a:ln>
        </p:spPr>
      </p:pic>
      <p:pic>
        <p:nvPicPr>
          <p:cNvPr descr="showimage" id="354" name="Google Shape;354;p31"/>
          <p:cNvPicPr preferRelativeResize="0"/>
          <p:nvPr/>
        </p:nvPicPr>
        <p:blipFill rotWithShape="1">
          <a:blip r:embed="rId5">
            <a:alphaModFix/>
          </a:blip>
          <a:srcRect b="0" l="0" r="0" t="0"/>
          <a:stretch/>
        </p:blipFill>
        <p:spPr>
          <a:xfrm>
            <a:off x="1752600" y="3676650"/>
            <a:ext cx="5886450" cy="31813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32"/>
          <p:cNvSpPr/>
          <p:nvPr/>
        </p:nvSpPr>
        <p:spPr>
          <a:xfrm>
            <a:off x="2971800" y="3124200"/>
            <a:ext cx="4572000" cy="8223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lang="en-US" sz="2400">
                <a:solidFill>
                  <a:schemeClr val="dk1"/>
                </a:solidFill>
                <a:latin typeface="Gill Sans"/>
                <a:ea typeface="Gill Sans"/>
                <a:cs typeface="Gill Sans"/>
                <a:sym typeface="Gill Sans"/>
              </a:rPr>
              <a:t>Ependyma</a:t>
            </a:r>
            <a:endParaRPr/>
          </a:p>
          <a:p>
            <a:pPr indent="0" lvl="1" marL="457200" marR="0" rtl="0" algn="l">
              <a:lnSpc>
                <a:spcPct val="100000"/>
              </a:lnSpc>
              <a:spcBef>
                <a:spcPts val="0"/>
              </a:spcBef>
              <a:spcAft>
                <a:spcPts val="0"/>
              </a:spcAft>
              <a:buClr>
                <a:schemeClr val="dk1"/>
              </a:buClr>
              <a:buSzPts val="2400"/>
              <a:buFont typeface="Gill Sans"/>
              <a:buNone/>
            </a:pPr>
            <a:r>
              <a:rPr b="0" i="0" lang="en-US" sz="2400" u="none" cap="none" strike="noStrike">
                <a:solidFill>
                  <a:schemeClr val="dk1"/>
                </a:solidFill>
                <a:latin typeface="Gill Sans"/>
                <a:ea typeface="Gill Sans"/>
                <a:cs typeface="Gill Sans"/>
                <a:sym typeface="Gill Sans"/>
              </a:rPr>
              <a:t>Ependymoma</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33"/>
          <p:cNvSpPr txBox="1"/>
          <p:nvPr>
            <p:ph type="title"/>
          </p:nvPr>
        </p:nvSpPr>
        <p:spPr>
          <a:xfrm>
            <a:off x="457200" y="277813"/>
            <a:ext cx="8229600" cy="113982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lang="en-US"/>
              <a:t>EPENDYMA</a:t>
            </a:r>
            <a:endParaRPr/>
          </a:p>
        </p:txBody>
      </p:sp>
      <p:sp>
        <p:nvSpPr>
          <p:cNvPr id="365" name="Google Shape;365;p33"/>
          <p:cNvSpPr txBox="1"/>
          <p:nvPr>
            <p:ph idx="1" type="body"/>
          </p:nvPr>
        </p:nvSpPr>
        <p:spPr>
          <a:xfrm>
            <a:off x="457200" y="1600200"/>
            <a:ext cx="4038600" cy="4530725"/>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SzPts val="2000"/>
              <a:buChar char="•"/>
            </a:pPr>
            <a:r>
              <a:rPr lang="en-US"/>
              <a:t>The ventricles of the brain and the central canal of the spinal cord are lined by a simple cuboidal epithelium, the </a:t>
            </a:r>
            <a:r>
              <a:rPr i="1" lang="en-US"/>
              <a:t>ependyma.</a:t>
            </a:r>
            <a:r>
              <a:rPr lang="en-US"/>
              <a:t> </a:t>
            </a:r>
            <a:endParaRPr/>
          </a:p>
          <a:p>
            <a:pPr indent="-228600" lvl="0" marL="228600" rtl="0" algn="l">
              <a:lnSpc>
                <a:spcPct val="90000"/>
              </a:lnSpc>
              <a:spcBef>
                <a:spcPts val="700"/>
              </a:spcBef>
              <a:spcAft>
                <a:spcPts val="0"/>
              </a:spcAft>
              <a:buSzPts val="2000"/>
              <a:buChar char="•"/>
            </a:pPr>
            <a:r>
              <a:rPr lang="en-US"/>
              <a:t>Ependymal cells contain abundant mitochondria and are metabolically active. </a:t>
            </a:r>
            <a:endParaRPr/>
          </a:p>
          <a:p>
            <a:pPr indent="-228600" lvl="0" marL="228600" rtl="0" algn="l">
              <a:lnSpc>
                <a:spcPct val="90000"/>
              </a:lnSpc>
              <a:spcBef>
                <a:spcPts val="700"/>
              </a:spcBef>
              <a:spcAft>
                <a:spcPts val="0"/>
              </a:spcAft>
              <a:buSzPts val="2000"/>
              <a:buChar char="•"/>
            </a:pPr>
            <a:r>
              <a:rPr lang="en-US"/>
              <a:t>Their luminal surfaces are ciliated and have microvilli, and the bases contact the subependymal layer of astrocytic processes.</a:t>
            </a:r>
            <a:endParaRPr/>
          </a:p>
        </p:txBody>
      </p:sp>
      <p:pic>
        <p:nvPicPr>
          <p:cNvPr descr="showimage" id="366" name="Google Shape;366;p33"/>
          <p:cNvPicPr preferRelativeResize="0"/>
          <p:nvPr>
            <p:ph idx="2" type="body"/>
          </p:nvPr>
        </p:nvPicPr>
        <p:blipFill rotWithShape="1">
          <a:blip r:embed="rId3">
            <a:alphaModFix/>
          </a:blip>
          <a:srcRect b="0" l="0" r="0" t="0"/>
          <a:stretch/>
        </p:blipFill>
        <p:spPr>
          <a:xfrm>
            <a:off x="4267200" y="1524000"/>
            <a:ext cx="4648200" cy="48768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34"/>
          <p:cNvSpPr txBox="1"/>
          <p:nvPr>
            <p:ph type="title"/>
          </p:nvPr>
        </p:nvSpPr>
        <p:spPr>
          <a:xfrm>
            <a:off x="457200" y="277813"/>
            <a:ext cx="8229600" cy="113982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lang="en-US"/>
              <a:t>EPENDYMA</a:t>
            </a:r>
            <a:endParaRPr/>
          </a:p>
        </p:txBody>
      </p:sp>
      <p:sp>
        <p:nvSpPr>
          <p:cNvPr id="372" name="Google Shape;372;p34"/>
          <p:cNvSpPr txBox="1"/>
          <p:nvPr>
            <p:ph idx="1" type="body"/>
          </p:nvPr>
        </p:nvSpPr>
        <p:spPr>
          <a:xfrm>
            <a:off x="457200" y="1600200"/>
            <a:ext cx="4038600" cy="4530725"/>
          </a:xfrm>
          <a:prstGeom prst="rect">
            <a:avLst/>
          </a:prstGeom>
          <a:noFill/>
          <a:ln>
            <a:noFill/>
          </a:ln>
        </p:spPr>
        <p:txBody>
          <a:bodyPr anchorCtr="0" anchor="t" bIns="45700" lIns="91425" spcFirstLastPara="1" rIns="91425" wrap="square" tIns="45700">
            <a:noAutofit/>
          </a:bodyPr>
          <a:lstStyle/>
          <a:p>
            <a:pPr indent="-228600" lvl="0" marL="228600" rtl="0" algn="l">
              <a:lnSpc>
                <a:spcPct val="80000"/>
              </a:lnSpc>
              <a:spcBef>
                <a:spcPts val="0"/>
              </a:spcBef>
              <a:spcAft>
                <a:spcPts val="0"/>
              </a:spcAft>
              <a:buSzPts val="1700"/>
              <a:buChar char="•"/>
            </a:pPr>
            <a:r>
              <a:rPr lang="en-US" sz="1700"/>
              <a:t>There is not a continuous basal lamina between ependymal cells and the subjacent glial cell processes</a:t>
            </a:r>
            <a:endParaRPr/>
          </a:p>
          <a:p>
            <a:pPr indent="-228600" lvl="0" marL="228600" rtl="0" algn="l">
              <a:lnSpc>
                <a:spcPct val="80000"/>
              </a:lnSpc>
              <a:spcBef>
                <a:spcPts val="700"/>
              </a:spcBef>
              <a:spcAft>
                <a:spcPts val="0"/>
              </a:spcAft>
              <a:buSzPts val="1700"/>
              <a:buChar char="•"/>
            </a:pPr>
            <a:r>
              <a:rPr lang="en-US" sz="1700"/>
              <a:t>Ependymal cells are attached to each other by </a:t>
            </a:r>
            <a:r>
              <a:rPr i="1" lang="en-US" sz="1700"/>
              <a:t>zonulae adherens</a:t>
            </a:r>
            <a:r>
              <a:rPr lang="en-US" sz="1700"/>
              <a:t> (desmosomes). </a:t>
            </a:r>
            <a:endParaRPr/>
          </a:p>
          <a:p>
            <a:pPr indent="-228600" lvl="0" marL="228600" rtl="0" algn="l">
              <a:lnSpc>
                <a:spcPct val="80000"/>
              </a:lnSpc>
              <a:spcBef>
                <a:spcPts val="700"/>
              </a:spcBef>
              <a:spcAft>
                <a:spcPts val="0"/>
              </a:spcAft>
              <a:buSzPts val="1700"/>
              <a:buChar char="•"/>
            </a:pPr>
            <a:r>
              <a:rPr lang="en-US" sz="1700"/>
              <a:t>Tanycytes(3</a:t>
            </a:r>
            <a:r>
              <a:rPr baseline="30000" lang="en-US" sz="1700"/>
              <a:t>rd</a:t>
            </a:r>
            <a:r>
              <a:rPr lang="en-US" sz="1700"/>
              <a:t> Vent) have basal processes that extend through the layer of astrocytic processes to form end-feet on blood vessels. They may function to transport substances between the ventricles and the blood and attached to each other by tight junctions. Desmosomes are also present between tanycytes. </a:t>
            </a:r>
            <a:endParaRPr/>
          </a:p>
          <a:p>
            <a:pPr indent="-120650" lvl="0" marL="228600" rtl="0" algn="l">
              <a:lnSpc>
                <a:spcPct val="80000"/>
              </a:lnSpc>
              <a:spcBef>
                <a:spcPts val="700"/>
              </a:spcBef>
              <a:spcAft>
                <a:spcPts val="0"/>
              </a:spcAft>
              <a:buSzPts val="1700"/>
              <a:buNone/>
            </a:pPr>
            <a:r>
              <a:t/>
            </a:r>
            <a:endParaRPr sz="1700"/>
          </a:p>
        </p:txBody>
      </p:sp>
      <p:pic>
        <p:nvPicPr>
          <p:cNvPr descr="showimage" id="373" name="Google Shape;373;p34"/>
          <p:cNvPicPr preferRelativeResize="0"/>
          <p:nvPr>
            <p:ph idx="2" type="body"/>
          </p:nvPr>
        </p:nvPicPr>
        <p:blipFill rotWithShape="1">
          <a:blip r:embed="rId3">
            <a:alphaModFix/>
          </a:blip>
          <a:srcRect b="0" l="0" r="0" t="0"/>
          <a:stretch/>
        </p:blipFill>
        <p:spPr>
          <a:xfrm>
            <a:off x="4648200" y="2243138"/>
            <a:ext cx="4038600" cy="324485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35"/>
          <p:cNvSpPr txBox="1"/>
          <p:nvPr>
            <p:ph type="title"/>
          </p:nvPr>
        </p:nvSpPr>
        <p:spPr>
          <a:xfrm>
            <a:off x="938213" y="382588"/>
            <a:ext cx="7634287" cy="149225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lang="en-US"/>
              <a:t>EPENDYMOMA</a:t>
            </a:r>
            <a:endParaRPr/>
          </a:p>
        </p:txBody>
      </p:sp>
      <p:sp>
        <p:nvSpPr>
          <p:cNvPr id="379" name="Google Shape;379;p35"/>
          <p:cNvSpPr txBox="1"/>
          <p:nvPr>
            <p:ph idx="1" type="body"/>
          </p:nvPr>
        </p:nvSpPr>
        <p:spPr>
          <a:xfrm>
            <a:off x="938213" y="2286000"/>
            <a:ext cx="7634287" cy="3594100"/>
          </a:xfrm>
          <a:prstGeom prst="rect">
            <a:avLst/>
          </a:prstGeom>
          <a:noFill/>
          <a:ln>
            <a:noFill/>
          </a:ln>
        </p:spPr>
        <p:txBody>
          <a:bodyPr anchorCtr="0" anchor="t" bIns="45700" lIns="91425" spcFirstLastPara="1" rIns="91425" wrap="square" tIns="45700">
            <a:normAutofit fontScale="92500" lnSpcReduction="20000"/>
          </a:bodyPr>
          <a:lstStyle/>
          <a:p>
            <a:pPr indent="-228632" lvl="0" marL="228600" rtl="0" algn="l">
              <a:lnSpc>
                <a:spcPct val="80000"/>
              </a:lnSpc>
              <a:spcBef>
                <a:spcPts val="0"/>
              </a:spcBef>
              <a:spcAft>
                <a:spcPts val="0"/>
              </a:spcAft>
              <a:buSzPct val="100000"/>
              <a:buChar char="•"/>
            </a:pPr>
            <a:r>
              <a:rPr lang="en-US" sz="1900">
                <a:solidFill>
                  <a:srgbClr val="595959"/>
                </a:solidFill>
              </a:rPr>
              <a:t>Ependymomasconstitutes 5% to 6% of all glial cell neoplasms, </a:t>
            </a:r>
            <a:endParaRPr/>
          </a:p>
          <a:p>
            <a:pPr indent="-228600" lvl="0" marL="228600" rtl="0" algn="l">
              <a:lnSpc>
                <a:spcPct val="80000"/>
              </a:lnSpc>
              <a:spcBef>
                <a:spcPts val="700"/>
              </a:spcBef>
              <a:spcAft>
                <a:spcPts val="0"/>
              </a:spcAft>
              <a:buSzPct val="100000"/>
              <a:buFont typeface="Noto Sans Symbols"/>
              <a:buNone/>
            </a:pPr>
            <a:r>
              <a:t/>
            </a:r>
            <a:endParaRPr sz="1900">
              <a:solidFill>
                <a:srgbClr val="595959"/>
              </a:solidFill>
            </a:endParaRPr>
          </a:p>
          <a:p>
            <a:pPr indent="-228632" lvl="0" marL="228600" rtl="0" algn="l">
              <a:lnSpc>
                <a:spcPct val="80000"/>
              </a:lnSpc>
              <a:spcBef>
                <a:spcPts val="700"/>
              </a:spcBef>
              <a:spcAft>
                <a:spcPts val="0"/>
              </a:spcAft>
              <a:buSzPct val="100000"/>
              <a:buChar char="•"/>
            </a:pPr>
            <a:r>
              <a:rPr lang="en-US" sz="1900">
                <a:solidFill>
                  <a:srgbClr val="595959"/>
                </a:solidFill>
              </a:rPr>
              <a:t>60% to 75% are located in the spaces of the posterior fossa, may also be found within the spinal cord or in the region of the cauda equina. </a:t>
            </a:r>
            <a:endParaRPr/>
          </a:p>
          <a:p>
            <a:pPr indent="-228600" lvl="0" marL="228600" rtl="0" algn="l">
              <a:lnSpc>
                <a:spcPct val="80000"/>
              </a:lnSpc>
              <a:spcBef>
                <a:spcPts val="700"/>
              </a:spcBef>
              <a:spcAft>
                <a:spcPts val="0"/>
              </a:spcAft>
              <a:buSzPct val="100000"/>
              <a:buFont typeface="Noto Sans Symbols"/>
              <a:buNone/>
            </a:pPr>
            <a:r>
              <a:t/>
            </a:r>
            <a:endParaRPr sz="1900">
              <a:solidFill>
                <a:srgbClr val="595959"/>
              </a:solidFill>
            </a:endParaRPr>
          </a:p>
          <a:p>
            <a:pPr indent="-228632" lvl="0" marL="228600" rtl="0" algn="l">
              <a:lnSpc>
                <a:spcPct val="80000"/>
              </a:lnSpc>
              <a:spcBef>
                <a:spcPts val="700"/>
              </a:spcBef>
              <a:spcAft>
                <a:spcPts val="0"/>
              </a:spcAft>
              <a:buSzPct val="100000"/>
              <a:buChar char="•"/>
            </a:pPr>
            <a:r>
              <a:rPr lang="en-US" sz="1900">
                <a:solidFill>
                  <a:srgbClr val="595959"/>
                </a:solidFill>
              </a:rPr>
              <a:t>Seen most frequently in children younger than 5 years of age. </a:t>
            </a:r>
            <a:endParaRPr/>
          </a:p>
          <a:p>
            <a:pPr indent="-228600" lvl="0" marL="228600" rtl="0" algn="l">
              <a:lnSpc>
                <a:spcPct val="80000"/>
              </a:lnSpc>
              <a:spcBef>
                <a:spcPts val="700"/>
              </a:spcBef>
              <a:spcAft>
                <a:spcPts val="0"/>
              </a:spcAft>
              <a:buSzPct val="100000"/>
              <a:buFont typeface="Noto Sans Symbols"/>
              <a:buNone/>
            </a:pPr>
            <a:r>
              <a:t/>
            </a:r>
            <a:endParaRPr sz="1900">
              <a:solidFill>
                <a:srgbClr val="595959"/>
              </a:solidFill>
            </a:endParaRPr>
          </a:p>
          <a:p>
            <a:pPr indent="-228632" lvl="0" marL="228600" rtl="0" algn="l">
              <a:lnSpc>
                <a:spcPct val="80000"/>
              </a:lnSpc>
              <a:spcBef>
                <a:spcPts val="700"/>
              </a:spcBef>
              <a:spcAft>
                <a:spcPts val="0"/>
              </a:spcAft>
              <a:buSzPct val="100000"/>
              <a:buChar char="•"/>
            </a:pPr>
            <a:r>
              <a:rPr lang="en-US" sz="1900">
                <a:solidFill>
                  <a:srgbClr val="595959"/>
                </a:solidFill>
              </a:rPr>
              <a:t>Lesions in supratentorial locations may produce signs and symptoms reflecting their location, for example, hydrocephalus in the case of blocked CSF flow or seizure activity. </a:t>
            </a:r>
            <a:endParaRPr/>
          </a:p>
          <a:p>
            <a:pPr indent="-228600" lvl="0" marL="228600" rtl="0" algn="l">
              <a:lnSpc>
                <a:spcPct val="80000"/>
              </a:lnSpc>
              <a:spcBef>
                <a:spcPts val="700"/>
              </a:spcBef>
              <a:spcAft>
                <a:spcPts val="0"/>
              </a:spcAft>
              <a:buSzPct val="100000"/>
              <a:buFont typeface="Noto Sans Symbols"/>
              <a:buNone/>
            </a:pPr>
            <a:r>
              <a:t/>
            </a:r>
            <a:endParaRPr sz="1900">
              <a:solidFill>
                <a:srgbClr val="595959"/>
              </a:solidFill>
            </a:endParaRPr>
          </a:p>
          <a:p>
            <a:pPr indent="-228632" lvl="0" marL="228600" rtl="0" algn="l">
              <a:lnSpc>
                <a:spcPct val="80000"/>
              </a:lnSpc>
              <a:spcBef>
                <a:spcPts val="700"/>
              </a:spcBef>
              <a:spcAft>
                <a:spcPts val="0"/>
              </a:spcAft>
              <a:buSzPct val="100000"/>
              <a:buChar char="•"/>
            </a:pPr>
            <a:r>
              <a:rPr lang="en-US" sz="1900">
                <a:solidFill>
                  <a:srgbClr val="595959"/>
                </a:solidFill>
              </a:rPr>
              <a:t>Lesions in infratentorial locations frequently cause nausea and vomiting, headache, other signs and symptoms related to hydrocephalus, and cranial nerve signs and symptoms indicative of compression of, or tumor infiltration into, the brainstem </a:t>
            </a:r>
            <a:endParaRPr/>
          </a:p>
        </p:txBody>
      </p:sp>
      <p:pic>
        <p:nvPicPr>
          <p:cNvPr descr="Click to view full size" id="380" name="Google Shape;380;p35"/>
          <p:cNvPicPr preferRelativeResize="0"/>
          <p:nvPr/>
        </p:nvPicPr>
        <p:blipFill rotWithShape="1">
          <a:blip r:embed="rId3">
            <a:alphaModFix/>
          </a:blip>
          <a:srcRect b="0" l="0" r="0" t="0"/>
          <a:stretch/>
        </p:blipFill>
        <p:spPr>
          <a:xfrm>
            <a:off x="5471360" y="382600"/>
            <a:ext cx="2209800" cy="13716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36"/>
          <p:cNvSpPr txBox="1"/>
          <p:nvPr>
            <p:ph type="title"/>
          </p:nvPr>
        </p:nvSpPr>
        <p:spPr>
          <a:xfrm>
            <a:off x="457200" y="277813"/>
            <a:ext cx="8229600" cy="113982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lang="en-US"/>
              <a:t>EPENDYMOMAS</a:t>
            </a:r>
            <a:endParaRPr/>
          </a:p>
        </p:txBody>
      </p:sp>
      <p:sp>
        <p:nvSpPr>
          <p:cNvPr id="386" name="Google Shape;386;p36"/>
          <p:cNvSpPr txBox="1"/>
          <p:nvPr>
            <p:ph idx="1" type="body"/>
          </p:nvPr>
        </p:nvSpPr>
        <p:spPr>
          <a:xfrm>
            <a:off x="457200" y="1600200"/>
            <a:ext cx="4038600" cy="4530725"/>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SzPts val="2200"/>
              <a:buChar char="•"/>
            </a:pPr>
            <a:r>
              <a:rPr lang="en-US" sz="2200"/>
              <a:t>The histologic appearance of ependymomas may vary, even from place to place within the same tumor.</a:t>
            </a:r>
            <a:endParaRPr/>
          </a:p>
          <a:p>
            <a:pPr indent="-228600" lvl="0" marL="228600" rtl="0" algn="l">
              <a:lnSpc>
                <a:spcPct val="90000"/>
              </a:lnSpc>
              <a:spcBef>
                <a:spcPts val="700"/>
              </a:spcBef>
              <a:spcAft>
                <a:spcPts val="0"/>
              </a:spcAft>
              <a:buSzPts val="2200"/>
              <a:buFont typeface="Noto Sans Symbols"/>
              <a:buNone/>
            </a:pPr>
            <a:r>
              <a:t/>
            </a:r>
            <a:endParaRPr sz="2200"/>
          </a:p>
          <a:p>
            <a:pPr indent="-228600" lvl="0" marL="228600" rtl="0" algn="l">
              <a:lnSpc>
                <a:spcPct val="90000"/>
              </a:lnSpc>
              <a:spcBef>
                <a:spcPts val="700"/>
              </a:spcBef>
              <a:spcAft>
                <a:spcPts val="0"/>
              </a:spcAft>
              <a:buSzPts val="2200"/>
              <a:buChar char="•"/>
            </a:pPr>
            <a:r>
              <a:rPr lang="en-US" sz="2200"/>
              <a:t>These tumors are characterized by clusters of various sizes that are composed of polygonal or columnar cells arranged in a circle facing a lumen </a:t>
            </a:r>
            <a:r>
              <a:rPr i="1" lang="en-US" sz="2200"/>
              <a:t>(</a:t>
            </a:r>
            <a:r>
              <a:rPr b="1" i="1" lang="en-US" sz="2200"/>
              <a:t>true rosettes</a:t>
            </a:r>
            <a:r>
              <a:rPr i="1" lang="en-US" sz="2200"/>
              <a:t>)</a:t>
            </a:r>
            <a:r>
              <a:rPr lang="en-US" sz="2200"/>
              <a:t> or a small blood vessel </a:t>
            </a:r>
            <a:r>
              <a:rPr i="1" lang="en-US" sz="2200"/>
              <a:t>(</a:t>
            </a:r>
            <a:r>
              <a:rPr b="1" i="1" lang="en-US" sz="2200"/>
              <a:t>perivascular</a:t>
            </a:r>
            <a:r>
              <a:rPr b="1" lang="en-US" sz="2200"/>
              <a:t> or </a:t>
            </a:r>
            <a:r>
              <a:rPr b="1" i="1" lang="en-US" sz="2200"/>
              <a:t>pseudorosettes</a:t>
            </a:r>
            <a:r>
              <a:rPr lang="en-US" sz="2200"/>
              <a:t> </a:t>
            </a:r>
            <a:endParaRPr/>
          </a:p>
        </p:txBody>
      </p:sp>
      <p:pic>
        <p:nvPicPr>
          <p:cNvPr descr="showimage" id="387" name="Google Shape;387;p36"/>
          <p:cNvPicPr preferRelativeResize="0"/>
          <p:nvPr>
            <p:ph idx="2" type="body"/>
          </p:nvPr>
        </p:nvPicPr>
        <p:blipFill rotWithShape="1">
          <a:blip r:embed="rId3">
            <a:alphaModFix/>
          </a:blip>
          <a:srcRect b="0" l="0" r="0" t="0"/>
          <a:stretch/>
        </p:blipFill>
        <p:spPr>
          <a:xfrm>
            <a:off x="4572000" y="1066800"/>
            <a:ext cx="4419600" cy="2819400"/>
          </a:xfrm>
          <a:prstGeom prst="rect">
            <a:avLst/>
          </a:prstGeom>
          <a:noFill/>
          <a:ln>
            <a:noFill/>
          </a:ln>
        </p:spPr>
      </p:pic>
      <p:pic>
        <p:nvPicPr>
          <p:cNvPr descr="showimage" id="388" name="Google Shape;388;p36"/>
          <p:cNvPicPr preferRelativeResize="0"/>
          <p:nvPr>
            <p:ph idx="3" type="body"/>
          </p:nvPr>
        </p:nvPicPr>
        <p:blipFill rotWithShape="1">
          <a:blip r:embed="rId4">
            <a:alphaModFix/>
          </a:blip>
          <a:srcRect b="0" l="0" r="0" t="0"/>
          <a:stretch/>
        </p:blipFill>
        <p:spPr>
          <a:xfrm>
            <a:off x="5116513" y="3941763"/>
            <a:ext cx="3101975" cy="2189162"/>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37"/>
          <p:cNvSpPr/>
          <p:nvPr/>
        </p:nvSpPr>
        <p:spPr>
          <a:xfrm>
            <a:off x="2286000" y="3108325"/>
            <a:ext cx="4572000"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dk1"/>
                </a:solidFill>
                <a:latin typeface="Gill Sans"/>
                <a:ea typeface="Gill Sans"/>
                <a:cs typeface="Gill Sans"/>
                <a:sym typeface="Gill Sans"/>
              </a:rPr>
              <a:t>Choroid plexus</a:t>
            </a:r>
            <a:endParaRPr/>
          </a:p>
          <a:p>
            <a:pPr indent="0" lvl="1" marL="457200" marR="0" rtl="0" algn="l">
              <a:lnSpc>
                <a:spcPct val="100000"/>
              </a:lnSpc>
              <a:spcBef>
                <a:spcPts val="0"/>
              </a:spcBef>
              <a:spcAft>
                <a:spcPts val="0"/>
              </a:spcAft>
              <a:buClr>
                <a:schemeClr val="dk1"/>
              </a:buClr>
              <a:buSzPts val="1800"/>
              <a:buFont typeface="Gill Sans"/>
              <a:buNone/>
            </a:pPr>
            <a:r>
              <a:rPr b="0" i="0" lang="en-US" sz="1800" u="none" cap="none" strike="noStrike">
                <a:solidFill>
                  <a:schemeClr val="dk1"/>
                </a:solidFill>
                <a:latin typeface="Gill Sans"/>
                <a:ea typeface="Gill Sans"/>
                <a:cs typeface="Gill Sans"/>
                <a:sym typeface="Gill Sans"/>
              </a:rPr>
              <a:t>Tumors, CSF production &amp; circulation</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38"/>
          <p:cNvSpPr txBox="1"/>
          <p:nvPr>
            <p:ph type="title"/>
          </p:nvPr>
        </p:nvSpPr>
        <p:spPr>
          <a:xfrm>
            <a:off x="938213" y="382588"/>
            <a:ext cx="7634287" cy="149225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i="1" lang="en-US"/>
              <a:t>CHOROID PLEXUS</a:t>
            </a:r>
            <a:endParaRPr/>
          </a:p>
        </p:txBody>
      </p:sp>
      <p:sp>
        <p:nvSpPr>
          <p:cNvPr id="399" name="Google Shape;399;p38"/>
          <p:cNvSpPr txBox="1"/>
          <p:nvPr>
            <p:ph idx="1" type="body"/>
          </p:nvPr>
        </p:nvSpPr>
        <p:spPr>
          <a:xfrm>
            <a:off x="938213" y="2286000"/>
            <a:ext cx="7634287" cy="3594100"/>
          </a:xfrm>
          <a:prstGeom prst="rect">
            <a:avLst/>
          </a:prstGeom>
          <a:noFill/>
          <a:ln>
            <a:noFill/>
          </a:ln>
        </p:spPr>
        <p:txBody>
          <a:bodyPr anchorCtr="0" anchor="t" bIns="45700" lIns="91425" spcFirstLastPara="1" rIns="91425" wrap="square" tIns="45700">
            <a:normAutofit fontScale="92500"/>
          </a:bodyPr>
          <a:lstStyle/>
          <a:p>
            <a:pPr indent="-228600" lvl="0" marL="228600" rtl="0" algn="l">
              <a:lnSpc>
                <a:spcPct val="110000"/>
              </a:lnSpc>
              <a:spcBef>
                <a:spcPts val="0"/>
              </a:spcBef>
              <a:spcAft>
                <a:spcPts val="0"/>
              </a:spcAft>
              <a:buSzPct val="100000"/>
              <a:buChar char="•"/>
            </a:pPr>
            <a:r>
              <a:rPr lang="en-US" sz="2600">
                <a:solidFill>
                  <a:srgbClr val="595959"/>
                </a:solidFill>
              </a:rPr>
              <a:t>The choroid plexus in each ventricle is thrown into a series of folds called </a:t>
            </a:r>
            <a:r>
              <a:rPr i="1" lang="en-US" sz="2600">
                <a:solidFill>
                  <a:srgbClr val="595959"/>
                </a:solidFill>
              </a:rPr>
              <a:t>villi</a:t>
            </a:r>
            <a:r>
              <a:rPr lang="en-US" sz="2600">
                <a:solidFill>
                  <a:srgbClr val="595959"/>
                </a:solidFill>
              </a:rPr>
              <a:t> These are covered on their ventricular (luminal) surfaces by a continuum of dome-shaped structures, each with numerous microvilli. </a:t>
            </a:r>
            <a:endParaRPr/>
          </a:p>
          <a:p>
            <a:pPr indent="-228600" lvl="0" marL="228600" rtl="0" algn="l">
              <a:lnSpc>
                <a:spcPct val="110000"/>
              </a:lnSpc>
              <a:spcBef>
                <a:spcPts val="700"/>
              </a:spcBef>
              <a:spcAft>
                <a:spcPts val="0"/>
              </a:spcAft>
              <a:buSzPct val="100000"/>
              <a:buChar char="•"/>
            </a:pPr>
            <a:r>
              <a:rPr lang="en-US" sz="2600">
                <a:solidFill>
                  <a:srgbClr val="595959"/>
                </a:solidFill>
              </a:rPr>
              <a:t>Each villus consists of a core of highly vascularized connective tissue derived from the pia mater and a simple cuboidal covering (the </a:t>
            </a:r>
            <a:r>
              <a:rPr i="1" lang="en-US" sz="2600">
                <a:solidFill>
                  <a:srgbClr val="595959"/>
                </a:solidFill>
              </a:rPr>
              <a:t>choroid epithelial cell layer</a:t>
            </a:r>
            <a:r>
              <a:rPr lang="en-US" sz="2600">
                <a:solidFill>
                  <a:srgbClr val="595959"/>
                </a:solidFill>
              </a:rPr>
              <a:t>), which is derived from ependymal cells.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39"/>
          <p:cNvSpPr txBox="1"/>
          <p:nvPr>
            <p:ph type="title"/>
          </p:nvPr>
        </p:nvSpPr>
        <p:spPr>
          <a:xfrm>
            <a:off x="457200" y="277813"/>
            <a:ext cx="8229600" cy="113982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i="1" lang="en-US"/>
              <a:t>CHOROID PLEXUS</a:t>
            </a:r>
            <a:endParaRPr/>
          </a:p>
        </p:txBody>
      </p:sp>
      <p:sp>
        <p:nvSpPr>
          <p:cNvPr id="405" name="Google Shape;405;p39"/>
          <p:cNvSpPr txBox="1"/>
          <p:nvPr>
            <p:ph idx="1" type="body"/>
          </p:nvPr>
        </p:nvSpPr>
        <p:spPr>
          <a:xfrm>
            <a:off x="457200" y="1600200"/>
            <a:ext cx="4038600" cy="4530725"/>
          </a:xfrm>
          <a:prstGeom prst="rect">
            <a:avLst/>
          </a:prstGeom>
          <a:noFill/>
          <a:ln>
            <a:noFill/>
          </a:ln>
        </p:spPr>
        <p:txBody>
          <a:bodyPr anchorCtr="0" anchor="t" bIns="45700" lIns="91425" spcFirstLastPara="1" rIns="91425" wrap="square" tIns="45700">
            <a:noAutofit/>
          </a:bodyPr>
          <a:lstStyle/>
          <a:p>
            <a:pPr indent="-228600" lvl="0" marL="228600" rtl="0" algn="l">
              <a:lnSpc>
                <a:spcPct val="80000"/>
              </a:lnSpc>
              <a:spcBef>
                <a:spcPts val="0"/>
              </a:spcBef>
              <a:spcAft>
                <a:spcPts val="0"/>
              </a:spcAft>
              <a:buSzPts val="1500"/>
              <a:buChar char="•"/>
            </a:pPr>
            <a:r>
              <a:rPr lang="en-US" sz="1500"/>
              <a:t>The abundant capillaries in the connective tissue core of each villus are surrounded by a </a:t>
            </a:r>
            <a:r>
              <a:rPr i="1" lang="en-US" sz="1500"/>
              <a:t>basal lamina</a:t>
            </a:r>
            <a:endParaRPr/>
          </a:p>
          <a:p>
            <a:pPr indent="-228600" lvl="0" marL="228600" rtl="0" algn="l">
              <a:lnSpc>
                <a:spcPct val="80000"/>
              </a:lnSpc>
              <a:spcBef>
                <a:spcPts val="700"/>
              </a:spcBef>
              <a:spcAft>
                <a:spcPts val="0"/>
              </a:spcAft>
              <a:buSzPts val="1500"/>
              <a:buChar char="•"/>
            </a:pPr>
            <a:r>
              <a:rPr lang="en-US" sz="1500"/>
              <a:t>The endothelial cells of these capillaries have numerous </a:t>
            </a:r>
            <a:r>
              <a:rPr i="1" lang="en-US" sz="1500"/>
              <a:t>fenestrations,</a:t>
            </a:r>
            <a:r>
              <a:rPr lang="en-US" sz="1500"/>
              <a:t> which allow a free exchange of molecules between blood plasma and the extracellular fluid in the connective tissue core (consists of fibroblasts and collagen fibrils). </a:t>
            </a:r>
            <a:endParaRPr/>
          </a:p>
          <a:p>
            <a:pPr indent="-228600" lvl="0" marL="228600" rtl="0" algn="l">
              <a:lnSpc>
                <a:spcPct val="80000"/>
              </a:lnSpc>
              <a:spcBef>
                <a:spcPts val="700"/>
              </a:spcBef>
              <a:spcAft>
                <a:spcPts val="0"/>
              </a:spcAft>
              <a:buSzPts val="1500"/>
              <a:buChar char="•"/>
            </a:pPr>
            <a:r>
              <a:rPr lang="en-US" sz="1500"/>
              <a:t>Another basal lamina is formed at the interface between the connective tissue core and the choroid epithelial cells that form the surface of each villus </a:t>
            </a:r>
            <a:endParaRPr/>
          </a:p>
          <a:p>
            <a:pPr indent="-228600" lvl="0" marL="228600" rtl="0" algn="l">
              <a:lnSpc>
                <a:spcPct val="80000"/>
              </a:lnSpc>
              <a:spcBef>
                <a:spcPts val="700"/>
              </a:spcBef>
              <a:spcAft>
                <a:spcPts val="0"/>
              </a:spcAft>
              <a:buSzPts val="1500"/>
              <a:buChar char="•"/>
            </a:pPr>
            <a:r>
              <a:rPr lang="en-US" sz="1500"/>
              <a:t>Choroid epithelial cells contain a nucleus, numerous mitochondria, rough endoplasmic reticulum, and a small Golgi apparatus . Thus, they are specialized to control the flow of ions and metabolites into the CSF. </a:t>
            </a:r>
            <a:endParaRPr/>
          </a:p>
        </p:txBody>
      </p:sp>
      <p:pic>
        <p:nvPicPr>
          <p:cNvPr descr="showimage" id="406" name="Google Shape;406;p39"/>
          <p:cNvPicPr preferRelativeResize="0"/>
          <p:nvPr>
            <p:ph idx="2" type="body"/>
          </p:nvPr>
        </p:nvPicPr>
        <p:blipFill rotWithShape="1">
          <a:blip r:embed="rId3">
            <a:alphaModFix/>
          </a:blip>
          <a:srcRect b="0" l="0" r="0" t="0"/>
          <a:stretch/>
        </p:blipFill>
        <p:spPr>
          <a:xfrm>
            <a:off x="4648200" y="2459038"/>
            <a:ext cx="4038600" cy="281305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40"/>
          <p:cNvSpPr txBox="1"/>
          <p:nvPr>
            <p:ph type="title"/>
          </p:nvPr>
        </p:nvSpPr>
        <p:spPr>
          <a:xfrm>
            <a:off x="938213" y="382588"/>
            <a:ext cx="7634287" cy="149225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i="1" lang="en-US"/>
              <a:t>CHOROID PLEXUS </a:t>
            </a:r>
            <a:endParaRPr/>
          </a:p>
        </p:txBody>
      </p:sp>
      <p:sp>
        <p:nvSpPr>
          <p:cNvPr id="412" name="Google Shape;412;p40"/>
          <p:cNvSpPr txBox="1"/>
          <p:nvPr>
            <p:ph idx="1" type="body"/>
          </p:nvPr>
        </p:nvSpPr>
        <p:spPr>
          <a:xfrm>
            <a:off x="938213" y="2286000"/>
            <a:ext cx="7634287" cy="3594100"/>
          </a:xfrm>
          <a:prstGeom prst="rect">
            <a:avLst/>
          </a:prstGeom>
          <a:noFill/>
          <a:ln>
            <a:noFill/>
          </a:ln>
        </p:spPr>
        <p:txBody>
          <a:bodyPr anchorCtr="0" anchor="t" bIns="45700" lIns="91425" spcFirstLastPara="1" rIns="91425" wrap="square" tIns="45700">
            <a:normAutofit/>
          </a:bodyPr>
          <a:lstStyle/>
          <a:p>
            <a:pPr indent="-228600" lvl="0" marL="228600" rtl="0" algn="l">
              <a:lnSpc>
                <a:spcPct val="80000"/>
              </a:lnSpc>
              <a:spcBef>
                <a:spcPts val="0"/>
              </a:spcBef>
              <a:spcAft>
                <a:spcPts val="0"/>
              </a:spcAft>
              <a:buSzPts val="2600"/>
              <a:buChar char="•"/>
            </a:pPr>
            <a:r>
              <a:rPr lang="en-US" sz="2600">
                <a:solidFill>
                  <a:srgbClr val="595959"/>
                </a:solidFill>
              </a:rPr>
              <a:t>Choroidal epi cell is attached to its neighbor by continuous </a:t>
            </a:r>
            <a:r>
              <a:rPr i="1" lang="en-US" sz="2600">
                <a:solidFill>
                  <a:srgbClr val="595959"/>
                </a:solidFill>
              </a:rPr>
              <a:t>tight junctions (zonulae occludentes)</a:t>
            </a:r>
            <a:r>
              <a:rPr lang="en-US" sz="2600">
                <a:solidFill>
                  <a:srgbClr val="595959"/>
                </a:solidFill>
              </a:rPr>
              <a:t> that seal off the subjacent extracellular space from the ventricular space.This represents the </a:t>
            </a:r>
            <a:r>
              <a:rPr i="1" lang="en-US" sz="2600">
                <a:solidFill>
                  <a:srgbClr val="595959"/>
                </a:solidFill>
              </a:rPr>
              <a:t>blood-CSF barrier</a:t>
            </a:r>
            <a:r>
              <a:rPr lang="en-US" sz="2600">
                <a:solidFill>
                  <a:srgbClr val="595959"/>
                </a:solidFill>
              </a:rPr>
              <a:t> </a:t>
            </a:r>
            <a:endParaRPr/>
          </a:p>
          <a:p>
            <a:pPr indent="-228600" lvl="0" marL="228600" rtl="0" algn="l">
              <a:lnSpc>
                <a:spcPct val="80000"/>
              </a:lnSpc>
              <a:spcBef>
                <a:spcPts val="700"/>
              </a:spcBef>
              <a:spcAft>
                <a:spcPts val="0"/>
              </a:spcAft>
              <a:buSzPts val="2600"/>
              <a:buFont typeface="Noto Sans Symbols"/>
              <a:buNone/>
            </a:pPr>
            <a:r>
              <a:t/>
            </a:r>
            <a:endParaRPr sz="2600">
              <a:solidFill>
                <a:srgbClr val="595959"/>
              </a:solidFill>
            </a:endParaRPr>
          </a:p>
          <a:p>
            <a:pPr indent="-228600" lvl="0" marL="228600" rtl="0" algn="l">
              <a:lnSpc>
                <a:spcPct val="80000"/>
              </a:lnSpc>
              <a:spcBef>
                <a:spcPts val="700"/>
              </a:spcBef>
              <a:spcAft>
                <a:spcPts val="0"/>
              </a:spcAft>
              <a:buSzPts val="2600"/>
              <a:buChar char="•"/>
            </a:pPr>
            <a:r>
              <a:rPr lang="en-US" sz="2600">
                <a:solidFill>
                  <a:srgbClr val="595959"/>
                </a:solidFill>
              </a:rPr>
              <a:t>Ependymal cells are not tightly joined. Therefore, fluid exchange occurs freely between CSF and the extracellular fluid of the brain parenchyma. The composition of CSF can thus sometimes reflect disease processes occurring in brain tissue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41"/>
          <p:cNvSpPr txBox="1"/>
          <p:nvPr>
            <p:ph type="title"/>
          </p:nvPr>
        </p:nvSpPr>
        <p:spPr>
          <a:xfrm>
            <a:off x="938213" y="382588"/>
            <a:ext cx="7634287" cy="149225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i="1" lang="en-US"/>
              <a:t>CHOROID PLEXUS TUMOURS</a:t>
            </a:r>
            <a:endParaRPr/>
          </a:p>
        </p:txBody>
      </p:sp>
      <p:sp>
        <p:nvSpPr>
          <p:cNvPr id="418" name="Google Shape;418;p41"/>
          <p:cNvSpPr txBox="1"/>
          <p:nvPr>
            <p:ph idx="1" type="body"/>
          </p:nvPr>
        </p:nvSpPr>
        <p:spPr>
          <a:xfrm>
            <a:off x="938213" y="2286000"/>
            <a:ext cx="7634287" cy="3594100"/>
          </a:xfrm>
          <a:prstGeom prst="rect">
            <a:avLst/>
          </a:prstGeom>
          <a:noFill/>
          <a:ln>
            <a:noFill/>
          </a:ln>
        </p:spPr>
        <p:txBody>
          <a:bodyPr anchorCtr="0" anchor="t" bIns="45700" lIns="91425" spcFirstLastPara="1" rIns="91425" wrap="square" tIns="45700">
            <a:normAutofit fontScale="92500" lnSpcReduction="20000"/>
          </a:bodyPr>
          <a:lstStyle/>
          <a:p>
            <a:pPr indent="-228632" lvl="0" marL="228600" rtl="0" algn="l">
              <a:lnSpc>
                <a:spcPct val="80000"/>
              </a:lnSpc>
              <a:spcBef>
                <a:spcPts val="0"/>
              </a:spcBef>
              <a:spcAft>
                <a:spcPts val="0"/>
              </a:spcAft>
              <a:buSzPct val="100000"/>
              <a:buChar char="•"/>
            </a:pPr>
            <a:r>
              <a:rPr lang="en-US" sz="1900">
                <a:solidFill>
                  <a:srgbClr val="595959"/>
                </a:solidFill>
              </a:rPr>
              <a:t>Tumors of the choroid plexus are relatively rare, comprising somewhat less than 1% of all intracranial tumors. </a:t>
            </a:r>
            <a:endParaRPr/>
          </a:p>
          <a:p>
            <a:pPr indent="-228600" lvl="0" marL="228600" rtl="0" algn="l">
              <a:lnSpc>
                <a:spcPct val="80000"/>
              </a:lnSpc>
              <a:spcBef>
                <a:spcPts val="700"/>
              </a:spcBef>
              <a:spcAft>
                <a:spcPts val="0"/>
              </a:spcAft>
              <a:buSzPct val="100000"/>
              <a:buFont typeface="Noto Sans Symbols"/>
              <a:buNone/>
            </a:pPr>
            <a:r>
              <a:t/>
            </a:r>
            <a:endParaRPr sz="1900">
              <a:solidFill>
                <a:srgbClr val="595959"/>
              </a:solidFill>
            </a:endParaRPr>
          </a:p>
          <a:p>
            <a:pPr indent="-228632" lvl="0" marL="228600" rtl="0" algn="l">
              <a:lnSpc>
                <a:spcPct val="80000"/>
              </a:lnSpc>
              <a:spcBef>
                <a:spcPts val="700"/>
              </a:spcBef>
              <a:spcAft>
                <a:spcPts val="0"/>
              </a:spcAft>
              <a:buSzPct val="100000"/>
              <a:buChar char="•"/>
            </a:pPr>
            <a:r>
              <a:rPr lang="en-US" sz="1900">
                <a:solidFill>
                  <a:srgbClr val="595959"/>
                </a:solidFill>
              </a:rPr>
              <a:t>These lesions are classified as </a:t>
            </a:r>
            <a:r>
              <a:rPr i="1" lang="en-US" sz="1900">
                <a:solidFill>
                  <a:srgbClr val="595959"/>
                </a:solidFill>
              </a:rPr>
              <a:t>choroid plexus papillomas</a:t>
            </a:r>
            <a:r>
              <a:rPr lang="en-US" sz="1900">
                <a:solidFill>
                  <a:srgbClr val="595959"/>
                </a:solidFill>
              </a:rPr>
              <a:t> (benign) and </a:t>
            </a:r>
            <a:r>
              <a:rPr i="1" lang="en-US" sz="1900">
                <a:solidFill>
                  <a:srgbClr val="595959"/>
                </a:solidFill>
              </a:rPr>
              <a:t>choroid plexus carcinomas (</a:t>
            </a:r>
            <a:r>
              <a:rPr lang="en-US" sz="1900">
                <a:solidFill>
                  <a:srgbClr val="595959"/>
                </a:solidFill>
              </a:rPr>
              <a:t>malignant). </a:t>
            </a:r>
            <a:endParaRPr/>
          </a:p>
          <a:p>
            <a:pPr indent="-228600" lvl="0" marL="228600" rtl="0" algn="l">
              <a:lnSpc>
                <a:spcPct val="80000"/>
              </a:lnSpc>
              <a:spcBef>
                <a:spcPts val="700"/>
              </a:spcBef>
              <a:spcAft>
                <a:spcPts val="0"/>
              </a:spcAft>
              <a:buSzPct val="100000"/>
              <a:buFont typeface="Noto Sans Symbols"/>
              <a:buNone/>
            </a:pPr>
            <a:r>
              <a:t/>
            </a:r>
            <a:endParaRPr sz="1900">
              <a:solidFill>
                <a:srgbClr val="595959"/>
              </a:solidFill>
            </a:endParaRPr>
          </a:p>
          <a:p>
            <a:pPr indent="-228632" lvl="0" marL="228600" rtl="0" algn="l">
              <a:lnSpc>
                <a:spcPct val="80000"/>
              </a:lnSpc>
              <a:spcBef>
                <a:spcPts val="700"/>
              </a:spcBef>
              <a:spcAft>
                <a:spcPts val="0"/>
              </a:spcAft>
              <a:buSzPct val="100000"/>
              <a:buChar char="•"/>
            </a:pPr>
            <a:r>
              <a:rPr lang="en-US" sz="1900">
                <a:solidFill>
                  <a:srgbClr val="595959"/>
                </a:solidFill>
              </a:rPr>
              <a:t>They are more common between birth and 10 years. </a:t>
            </a:r>
            <a:endParaRPr/>
          </a:p>
          <a:p>
            <a:pPr indent="-228600" lvl="0" marL="228600" rtl="0" algn="l">
              <a:lnSpc>
                <a:spcPct val="80000"/>
              </a:lnSpc>
              <a:spcBef>
                <a:spcPts val="700"/>
              </a:spcBef>
              <a:spcAft>
                <a:spcPts val="0"/>
              </a:spcAft>
              <a:buSzPct val="100000"/>
              <a:buFont typeface="Noto Sans Symbols"/>
              <a:buNone/>
            </a:pPr>
            <a:r>
              <a:t/>
            </a:r>
            <a:endParaRPr sz="1900">
              <a:solidFill>
                <a:srgbClr val="595959"/>
              </a:solidFill>
            </a:endParaRPr>
          </a:p>
          <a:p>
            <a:pPr indent="-228632" lvl="0" marL="228600" rtl="0" algn="l">
              <a:lnSpc>
                <a:spcPct val="80000"/>
              </a:lnSpc>
              <a:spcBef>
                <a:spcPts val="700"/>
              </a:spcBef>
              <a:spcAft>
                <a:spcPts val="0"/>
              </a:spcAft>
              <a:buSzPct val="100000"/>
              <a:buChar char="•"/>
            </a:pPr>
            <a:r>
              <a:rPr lang="en-US" sz="1900">
                <a:solidFill>
                  <a:srgbClr val="595959"/>
                </a:solidFill>
              </a:rPr>
              <a:t>They more often occur in the fourth ventricle (50% to 60%) but may also be found in the lateral and third ventricles.</a:t>
            </a:r>
            <a:endParaRPr/>
          </a:p>
          <a:p>
            <a:pPr indent="-228600" lvl="0" marL="228600" rtl="0" algn="l">
              <a:lnSpc>
                <a:spcPct val="80000"/>
              </a:lnSpc>
              <a:spcBef>
                <a:spcPts val="700"/>
              </a:spcBef>
              <a:spcAft>
                <a:spcPts val="0"/>
              </a:spcAft>
              <a:buSzPct val="100000"/>
              <a:buFont typeface="Noto Sans Symbols"/>
              <a:buNone/>
            </a:pPr>
            <a:r>
              <a:t/>
            </a:r>
            <a:endParaRPr sz="1900">
              <a:solidFill>
                <a:srgbClr val="595959"/>
              </a:solidFill>
            </a:endParaRPr>
          </a:p>
          <a:p>
            <a:pPr indent="-228632" lvl="0" marL="228600" rtl="0" algn="l">
              <a:lnSpc>
                <a:spcPct val="80000"/>
              </a:lnSpc>
              <a:spcBef>
                <a:spcPts val="700"/>
              </a:spcBef>
              <a:spcAft>
                <a:spcPts val="0"/>
              </a:spcAft>
              <a:buSzPct val="100000"/>
              <a:buChar char="•"/>
            </a:pPr>
            <a:r>
              <a:rPr lang="en-US" sz="1900">
                <a:solidFill>
                  <a:srgbClr val="595959"/>
                </a:solidFill>
              </a:rPr>
              <a:t>These patients present with signs and symptoms of increased intracranial pressure (headache, nausea, vomiting, lethargy), hydrocephalus (excessive production of CSF), or deficits of eye movement due to pressure on the roots of III, IV or VI.</a:t>
            </a:r>
            <a:endParaRPr b="1" sz="1900">
              <a:solidFill>
                <a:srgbClr val="595959"/>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42"/>
          <p:cNvSpPr txBox="1"/>
          <p:nvPr>
            <p:ph type="title"/>
          </p:nvPr>
        </p:nvSpPr>
        <p:spPr>
          <a:xfrm>
            <a:off x="938213" y="382588"/>
            <a:ext cx="7634287" cy="149225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i="1" lang="en-US"/>
              <a:t>CSF</a:t>
            </a:r>
            <a:endParaRPr/>
          </a:p>
        </p:txBody>
      </p:sp>
      <p:sp>
        <p:nvSpPr>
          <p:cNvPr id="424" name="Google Shape;424;p42"/>
          <p:cNvSpPr txBox="1"/>
          <p:nvPr>
            <p:ph idx="1" type="body"/>
          </p:nvPr>
        </p:nvSpPr>
        <p:spPr>
          <a:xfrm>
            <a:off x="938213" y="2286000"/>
            <a:ext cx="7634287" cy="3594100"/>
          </a:xfrm>
          <a:prstGeom prst="rect">
            <a:avLst/>
          </a:prstGeom>
          <a:noFill/>
          <a:ln>
            <a:noFill/>
          </a:ln>
        </p:spPr>
        <p:txBody>
          <a:bodyPr anchorCtr="0" anchor="t" bIns="45700" lIns="91425" spcFirstLastPara="1" rIns="91425" wrap="square" tIns="45700">
            <a:normAutofit fontScale="85000" lnSpcReduction="10000"/>
          </a:bodyPr>
          <a:lstStyle/>
          <a:p>
            <a:pPr indent="-228600" lvl="0" marL="228600" rtl="0" algn="l">
              <a:lnSpc>
                <a:spcPct val="80000"/>
              </a:lnSpc>
              <a:spcBef>
                <a:spcPts val="0"/>
              </a:spcBef>
              <a:spcAft>
                <a:spcPts val="0"/>
              </a:spcAft>
              <a:buSzPct val="100000"/>
              <a:buChar char="•"/>
            </a:pPr>
            <a:r>
              <a:rPr lang="en-US" sz="1900">
                <a:solidFill>
                  <a:srgbClr val="595959"/>
                </a:solidFill>
              </a:rPr>
              <a:t>Choroid epithelial cells secrete CSF by selective transport of materials from the connective tissue extracellular space </a:t>
            </a:r>
            <a:endParaRPr/>
          </a:p>
          <a:p>
            <a:pPr indent="-228600" lvl="0" marL="228600" rtl="0" algn="l">
              <a:lnSpc>
                <a:spcPct val="80000"/>
              </a:lnSpc>
              <a:spcBef>
                <a:spcPts val="700"/>
              </a:spcBef>
              <a:spcAft>
                <a:spcPts val="0"/>
              </a:spcAft>
              <a:buSzPct val="100000"/>
              <a:buFont typeface="Noto Sans Symbols"/>
              <a:buNone/>
            </a:pPr>
            <a:r>
              <a:t/>
            </a:r>
            <a:endParaRPr sz="1900">
              <a:solidFill>
                <a:srgbClr val="595959"/>
              </a:solidFill>
            </a:endParaRPr>
          </a:p>
          <a:p>
            <a:pPr indent="-228600" lvl="0" marL="228600" rtl="0" algn="l">
              <a:lnSpc>
                <a:spcPct val="80000"/>
              </a:lnSpc>
              <a:spcBef>
                <a:spcPts val="700"/>
              </a:spcBef>
              <a:spcAft>
                <a:spcPts val="0"/>
              </a:spcAft>
              <a:buSzPct val="100000"/>
              <a:buChar char="•"/>
            </a:pPr>
            <a:r>
              <a:rPr lang="en-US" sz="1900">
                <a:solidFill>
                  <a:srgbClr val="595959"/>
                </a:solidFill>
              </a:rPr>
              <a:t>The average volume of CSF in the adult is about 120 mL, and the rate of production is about 450 to 500 mL/day </a:t>
            </a:r>
            <a:endParaRPr/>
          </a:p>
          <a:p>
            <a:pPr indent="-228600" lvl="0" marL="228600" rtl="0" algn="l">
              <a:lnSpc>
                <a:spcPct val="80000"/>
              </a:lnSpc>
              <a:spcBef>
                <a:spcPts val="700"/>
              </a:spcBef>
              <a:spcAft>
                <a:spcPts val="0"/>
              </a:spcAft>
              <a:buSzPct val="100000"/>
              <a:buFont typeface="Noto Sans Symbols"/>
              <a:buNone/>
            </a:pPr>
            <a:r>
              <a:t/>
            </a:r>
            <a:endParaRPr sz="1900">
              <a:solidFill>
                <a:srgbClr val="595959"/>
              </a:solidFill>
            </a:endParaRPr>
          </a:p>
          <a:p>
            <a:pPr indent="-228600" lvl="0" marL="228600" rtl="0" algn="l">
              <a:lnSpc>
                <a:spcPct val="80000"/>
              </a:lnSpc>
              <a:spcBef>
                <a:spcPts val="700"/>
              </a:spcBef>
              <a:spcAft>
                <a:spcPts val="0"/>
              </a:spcAft>
              <a:buSzPct val="100000"/>
              <a:buChar char="•"/>
            </a:pPr>
            <a:r>
              <a:rPr lang="en-US" sz="1900">
                <a:solidFill>
                  <a:srgbClr val="595959"/>
                </a:solidFill>
              </a:rPr>
              <a:t>NaCl is actively transported into the ventricles, and water passively follows the concentration gradient thus established. Other materials, including large molecules, are transported in pinocytotic vesicles from the basal to the apical surface of the epithelium and exocytosed into the CSF. </a:t>
            </a:r>
            <a:endParaRPr/>
          </a:p>
          <a:p>
            <a:pPr indent="-228600" lvl="0" marL="228600" rtl="0" algn="l">
              <a:lnSpc>
                <a:spcPct val="80000"/>
              </a:lnSpc>
              <a:spcBef>
                <a:spcPts val="700"/>
              </a:spcBef>
              <a:spcAft>
                <a:spcPts val="0"/>
              </a:spcAft>
              <a:buSzPct val="100000"/>
              <a:buFont typeface="Noto Sans Symbols"/>
              <a:buNone/>
            </a:pPr>
            <a:r>
              <a:t/>
            </a:r>
            <a:endParaRPr sz="1900">
              <a:solidFill>
                <a:srgbClr val="595959"/>
              </a:solidFill>
            </a:endParaRPr>
          </a:p>
          <a:p>
            <a:pPr indent="-228600" lvl="0" marL="228600" rtl="0" algn="l">
              <a:lnSpc>
                <a:spcPct val="80000"/>
              </a:lnSpc>
              <a:spcBef>
                <a:spcPts val="700"/>
              </a:spcBef>
              <a:spcAft>
                <a:spcPts val="0"/>
              </a:spcAft>
              <a:buSzPct val="100000"/>
              <a:buChar char="•"/>
            </a:pPr>
            <a:r>
              <a:rPr lang="en-US" sz="1900">
                <a:solidFill>
                  <a:srgbClr val="595959"/>
                </a:solidFill>
              </a:rPr>
              <a:t>Compared with blood plasma, CSF has </a:t>
            </a:r>
            <a:r>
              <a:rPr b="1" lang="en-US" sz="1900">
                <a:solidFill>
                  <a:srgbClr val="595959"/>
                </a:solidFill>
              </a:rPr>
              <a:t>higher concentrations</a:t>
            </a:r>
            <a:r>
              <a:rPr lang="en-US" sz="1900">
                <a:solidFill>
                  <a:srgbClr val="595959"/>
                </a:solidFill>
              </a:rPr>
              <a:t> of chloride, magnesium, and sodium</a:t>
            </a:r>
            <a:endParaRPr i="1" sz="1900">
              <a:solidFill>
                <a:srgbClr val="595959"/>
              </a:solidFill>
            </a:endParaRPr>
          </a:p>
          <a:p>
            <a:pPr indent="-228600" lvl="0" marL="228600" rtl="0" algn="l">
              <a:lnSpc>
                <a:spcPct val="80000"/>
              </a:lnSpc>
              <a:spcBef>
                <a:spcPts val="700"/>
              </a:spcBef>
              <a:spcAft>
                <a:spcPts val="0"/>
              </a:spcAft>
              <a:buSzPct val="100000"/>
              <a:buFont typeface="Noto Sans Symbols"/>
              <a:buNone/>
            </a:pPr>
            <a:r>
              <a:t/>
            </a:r>
            <a:endParaRPr i="1" sz="1900">
              <a:solidFill>
                <a:srgbClr val="595959"/>
              </a:solidFill>
            </a:endParaRPr>
          </a:p>
          <a:p>
            <a:pPr indent="-228600" lvl="0" marL="228600" rtl="0" algn="l">
              <a:lnSpc>
                <a:spcPct val="80000"/>
              </a:lnSpc>
              <a:spcBef>
                <a:spcPts val="700"/>
              </a:spcBef>
              <a:spcAft>
                <a:spcPts val="0"/>
              </a:spcAft>
              <a:buSzPct val="100000"/>
              <a:buChar char="•"/>
            </a:pPr>
            <a:r>
              <a:rPr lang="en-US" sz="1900">
                <a:solidFill>
                  <a:srgbClr val="595959"/>
                </a:solidFill>
              </a:rPr>
              <a:t>Normal CSF is clear and colorless and contains very little protein (15 to 45 mg/dL), little immunoglobulin, and only one to five cells (leukocytes) per milliliter.</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43"/>
          <p:cNvSpPr txBox="1"/>
          <p:nvPr>
            <p:ph type="title"/>
          </p:nvPr>
        </p:nvSpPr>
        <p:spPr>
          <a:xfrm>
            <a:off x="938213" y="382588"/>
            <a:ext cx="7634287" cy="149225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i="1" lang="en-US"/>
              <a:t>CSF</a:t>
            </a:r>
            <a:endParaRPr/>
          </a:p>
        </p:txBody>
      </p:sp>
      <p:sp>
        <p:nvSpPr>
          <p:cNvPr id="430" name="Google Shape;430;p43"/>
          <p:cNvSpPr txBox="1"/>
          <p:nvPr>
            <p:ph idx="1" type="body"/>
          </p:nvPr>
        </p:nvSpPr>
        <p:spPr>
          <a:xfrm>
            <a:off x="938213" y="2286000"/>
            <a:ext cx="7634287" cy="3594100"/>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SzPts val="2100"/>
              <a:buChar char="•"/>
            </a:pPr>
            <a:r>
              <a:rPr lang="en-US" sz="2100"/>
              <a:t>The CSF produced by the choroid plexuses passes through the ventricular system to exit the fourth ventricle through the foramina of Luschka and Magendie </a:t>
            </a:r>
            <a:endParaRPr/>
          </a:p>
          <a:p>
            <a:pPr indent="-228600" lvl="0" marL="228600" rtl="0" algn="l">
              <a:lnSpc>
                <a:spcPct val="90000"/>
              </a:lnSpc>
              <a:spcBef>
                <a:spcPts val="700"/>
              </a:spcBef>
              <a:spcAft>
                <a:spcPts val="0"/>
              </a:spcAft>
              <a:buSzPts val="2100"/>
              <a:buChar char="•"/>
            </a:pPr>
            <a:r>
              <a:rPr lang="en-US" sz="2100"/>
              <a:t>Then it enters the subarachnoid space, which is continuous around the brain and spinal cord. </a:t>
            </a:r>
            <a:endParaRPr/>
          </a:p>
          <a:p>
            <a:pPr indent="-228600" lvl="0" marL="228600" rtl="0" algn="l">
              <a:lnSpc>
                <a:spcPct val="90000"/>
              </a:lnSpc>
              <a:spcBef>
                <a:spcPts val="700"/>
              </a:spcBef>
              <a:spcAft>
                <a:spcPts val="0"/>
              </a:spcAft>
              <a:buSzPts val="2100"/>
              <a:buChar char="•"/>
            </a:pPr>
            <a:r>
              <a:rPr lang="en-US" sz="2100"/>
              <a:t>The CSF in the subarachnoid space provides the buoyancy necessary to prevent the weight of the brain from crushing nerve roots and blood vessels against the internal surface of the skull. </a:t>
            </a:r>
            <a:endParaRPr/>
          </a:p>
          <a:p>
            <a:pPr indent="-228600" lvl="0" marL="228600" rtl="0" algn="l">
              <a:lnSpc>
                <a:spcPct val="90000"/>
              </a:lnSpc>
              <a:spcBef>
                <a:spcPts val="700"/>
              </a:spcBef>
              <a:spcAft>
                <a:spcPts val="0"/>
              </a:spcAft>
              <a:buSzPts val="2100"/>
              <a:buChar char="•"/>
            </a:pPr>
            <a:r>
              <a:rPr lang="en-US" sz="2100"/>
              <a:t>The weight of the brain, about 1400 g in air, is reduced to about 45 g when it is suspended in CSF</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44"/>
          <p:cNvSpPr txBox="1"/>
          <p:nvPr>
            <p:ph type="title"/>
          </p:nvPr>
        </p:nvSpPr>
        <p:spPr>
          <a:xfrm>
            <a:off x="938213" y="382588"/>
            <a:ext cx="7634287" cy="149225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i="1" lang="en-US"/>
              <a:t>CSF</a:t>
            </a:r>
            <a:endParaRPr/>
          </a:p>
        </p:txBody>
      </p:sp>
      <p:sp>
        <p:nvSpPr>
          <p:cNvPr id="436" name="Google Shape;436;p44"/>
          <p:cNvSpPr txBox="1"/>
          <p:nvPr>
            <p:ph idx="1" type="body"/>
          </p:nvPr>
        </p:nvSpPr>
        <p:spPr>
          <a:xfrm>
            <a:off x="938213" y="2286000"/>
            <a:ext cx="7634287" cy="3594100"/>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80000"/>
              </a:lnSpc>
              <a:spcBef>
                <a:spcPts val="0"/>
              </a:spcBef>
              <a:spcAft>
                <a:spcPts val="0"/>
              </a:spcAft>
              <a:buSzPts val="2600"/>
              <a:buChar char="•"/>
            </a:pPr>
            <a:r>
              <a:rPr lang="en-US" sz="2600">
                <a:solidFill>
                  <a:srgbClr val="595959"/>
                </a:solidFill>
              </a:rPr>
              <a:t>The movement of CSF through the ventricular system and the subarachnoid space is influenced by two major factors. </a:t>
            </a:r>
            <a:endParaRPr/>
          </a:p>
          <a:p>
            <a:pPr indent="-228600" lvl="1" marL="685800" rtl="0" algn="l">
              <a:lnSpc>
                <a:spcPct val="80000"/>
              </a:lnSpc>
              <a:spcBef>
                <a:spcPts val="700"/>
              </a:spcBef>
              <a:spcAft>
                <a:spcPts val="0"/>
              </a:spcAft>
              <a:buSzPts val="2200"/>
              <a:buChar char="–"/>
            </a:pPr>
            <a:r>
              <a:rPr lang="en-US" sz="2200">
                <a:solidFill>
                  <a:srgbClr val="595959"/>
                </a:solidFill>
              </a:rPr>
              <a:t>First, there is a subtle pressure gradient between the points of production of CSF (choroid plexuses in brain ventricles) and the points of transfer into the venous system (arachnoid villi), it tends to move along this gradient.</a:t>
            </a:r>
            <a:endParaRPr/>
          </a:p>
          <a:p>
            <a:pPr indent="-228600" lvl="1" marL="685800" rtl="0" algn="l">
              <a:lnSpc>
                <a:spcPct val="80000"/>
              </a:lnSpc>
              <a:spcBef>
                <a:spcPts val="700"/>
              </a:spcBef>
              <a:spcAft>
                <a:spcPts val="0"/>
              </a:spcAft>
              <a:buSzPts val="2200"/>
              <a:buChar char="–"/>
            </a:pPr>
            <a:r>
              <a:rPr lang="en-US" sz="2200">
                <a:solidFill>
                  <a:srgbClr val="595959"/>
                </a:solidFill>
              </a:rPr>
              <a:t>Second, CSF is also moved in the subarachnoid space by purely mechanical means. These include gentle movements of the brain on its arachnoid trabecular tethers during normal activities and the pulsations of the numerous arteries found in the subarachnoid space.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45"/>
          <p:cNvSpPr txBox="1"/>
          <p:nvPr>
            <p:ph type="title"/>
          </p:nvPr>
        </p:nvSpPr>
        <p:spPr>
          <a:xfrm>
            <a:off x="457200" y="277813"/>
            <a:ext cx="8229600" cy="113982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i="1" lang="en-US"/>
              <a:t>CSF</a:t>
            </a:r>
            <a:endParaRPr/>
          </a:p>
        </p:txBody>
      </p:sp>
      <p:sp>
        <p:nvSpPr>
          <p:cNvPr id="442" name="Google Shape;442;p45"/>
          <p:cNvSpPr txBox="1"/>
          <p:nvPr>
            <p:ph idx="1" type="body"/>
          </p:nvPr>
        </p:nvSpPr>
        <p:spPr>
          <a:xfrm>
            <a:off x="457200" y="1600200"/>
            <a:ext cx="4038600" cy="4530725"/>
          </a:xfrm>
          <a:prstGeom prst="rect">
            <a:avLst/>
          </a:prstGeom>
          <a:noFill/>
          <a:ln>
            <a:noFill/>
          </a:ln>
        </p:spPr>
        <p:txBody>
          <a:bodyPr anchorCtr="0" anchor="t" bIns="45700" lIns="91425" spcFirstLastPara="1" rIns="91425" wrap="square" tIns="45700">
            <a:noAutofit/>
          </a:bodyPr>
          <a:lstStyle/>
          <a:p>
            <a:pPr indent="-228600" lvl="0" marL="228600" rtl="0" algn="l">
              <a:lnSpc>
                <a:spcPct val="80000"/>
              </a:lnSpc>
              <a:spcBef>
                <a:spcPts val="0"/>
              </a:spcBef>
              <a:spcAft>
                <a:spcPts val="0"/>
              </a:spcAft>
              <a:buSzPts val="1700"/>
              <a:buChar char="•"/>
            </a:pPr>
            <a:r>
              <a:rPr lang="en-US" sz="1700"/>
              <a:t>CSF reaches the arachnoid villi that extend into the superior sagittal sinus and into the venous lakes lateral to the superior sagittal sinus </a:t>
            </a:r>
            <a:endParaRPr/>
          </a:p>
          <a:p>
            <a:pPr indent="-228600" lvl="0" marL="228600" rtl="0" algn="l">
              <a:lnSpc>
                <a:spcPct val="80000"/>
              </a:lnSpc>
              <a:spcBef>
                <a:spcPts val="700"/>
              </a:spcBef>
              <a:spcAft>
                <a:spcPts val="0"/>
              </a:spcAft>
              <a:buSzPts val="1700"/>
              <a:buChar char="•"/>
            </a:pPr>
            <a:r>
              <a:rPr lang="en-US" sz="1700"/>
              <a:t>At this point CSF enters the venous circulation through two routes. A limited amount passes between the cells making up the arachnoid villus, whereas most is transported through these cells in membrane-bound vesicles </a:t>
            </a:r>
            <a:endParaRPr/>
          </a:p>
          <a:p>
            <a:pPr indent="-228600" lvl="0" marL="228600" rtl="0" algn="l">
              <a:lnSpc>
                <a:spcPct val="80000"/>
              </a:lnSpc>
              <a:spcBef>
                <a:spcPts val="700"/>
              </a:spcBef>
              <a:spcAft>
                <a:spcPts val="0"/>
              </a:spcAft>
              <a:buSzPts val="1700"/>
              <a:buChar char="•"/>
            </a:pPr>
            <a:r>
              <a:rPr lang="en-US" sz="1700"/>
              <a:t>About 330 to 380 mL of CSF enters the venous circulation per day, and about 120 mL is present in ventricles and subarachnoid space at any given time. </a:t>
            </a:r>
            <a:endParaRPr/>
          </a:p>
        </p:txBody>
      </p:sp>
      <p:pic>
        <p:nvPicPr>
          <p:cNvPr descr="showimage" id="443" name="Google Shape;443;p45"/>
          <p:cNvPicPr preferRelativeResize="0"/>
          <p:nvPr>
            <p:ph idx="2" type="body"/>
          </p:nvPr>
        </p:nvPicPr>
        <p:blipFill rotWithShape="1">
          <a:blip r:embed="rId3">
            <a:alphaModFix/>
          </a:blip>
          <a:srcRect b="0" l="0" r="0" t="0"/>
          <a:stretch/>
        </p:blipFill>
        <p:spPr>
          <a:xfrm>
            <a:off x="4267200" y="1143000"/>
            <a:ext cx="4876800" cy="48768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46"/>
          <p:cNvSpPr/>
          <p:nvPr/>
        </p:nvSpPr>
        <p:spPr>
          <a:xfrm>
            <a:off x="2286000" y="3108325"/>
            <a:ext cx="4572000" cy="8223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1" lang="en-US" sz="2400">
                <a:solidFill>
                  <a:schemeClr val="dk1"/>
                </a:solidFill>
                <a:latin typeface="Gill Sans"/>
                <a:ea typeface="Gill Sans"/>
                <a:cs typeface="Gill Sans"/>
                <a:sym typeface="Gill Sans"/>
              </a:rPr>
              <a:t>Hydocephalus</a:t>
            </a:r>
            <a:endParaRPr/>
          </a:p>
          <a:p>
            <a:pPr indent="0" lvl="1" marL="457200" marR="0" rtl="0" algn="l">
              <a:lnSpc>
                <a:spcPct val="100000"/>
              </a:lnSpc>
              <a:spcBef>
                <a:spcPts val="0"/>
              </a:spcBef>
              <a:spcAft>
                <a:spcPts val="0"/>
              </a:spcAft>
              <a:buClr>
                <a:schemeClr val="dk1"/>
              </a:buClr>
              <a:buSzPts val="2400"/>
              <a:buFont typeface="Gill Sans"/>
              <a:buNone/>
            </a:pPr>
            <a:r>
              <a:rPr b="1" i="0" lang="en-US" sz="2400" u="none" cap="none" strike="noStrike">
                <a:solidFill>
                  <a:schemeClr val="dk1"/>
                </a:solidFill>
                <a:latin typeface="Gill Sans"/>
                <a:ea typeface="Gill Sans"/>
                <a:cs typeface="Gill Sans"/>
                <a:sym typeface="Gill Sans"/>
              </a:rPr>
              <a:t>Variants</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47"/>
          <p:cNvSpPr txBox="1"/>
          <p:nvPr>
            <p:ph type="title"/>
          </p:nvPr>
        </p:nvSpPr>
        <p:spPr>
          <a:xfrm>
            <a:off x="938213" y="382588"/>
            <a:ext cx="7634287" cy="149225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lang="en-US" sz="2000"/>
              <a:t>BLOCKAGE OF CSF MOVEMENT OR A FAILURE OF THE ABSORPTION MECHANISM WILL RESULT IN </a:t>
            </a:r>
            <a:r>
              <a:rPr i="1" lang="en-US" sz="2000"/>
              <a:t>HYDROCEPHALUS,</a:t>
            </a:r>
            <a:r>
              <a:rPr lang="en-US" sz="2000"/>
              <a:t>CHARACTERIZED BY AN INCREASE IN CSF VOLUME, ENLARGEMENT OF ONE OR MORE OF THE VENTRICLES, AND, USUALLY, AN INCREASE IN CSF PRESSURE</a:t>
            </a:r>
            <a:endParaRPr/>
          </a:p>
        </p:txBody>
      </p:sp>
      <p:pic>
        <p:nvPicPr>
          <p:cNvPr descr="showimage" id="454" name="Google Shape;454;p47"/>
          <p:cNvPicPr preferRelativeResize="0"/>
          <p:nvPr>
            <p:ph idx="1" type="body"/>
          </p:nvPr>
        </p:nvPicPr>
        <p:blipFill rotWithShape="1">
          <a:blip r:embed="rId3">
            <a:alphaModFix/>
          </a:blip>
          <a:srcRect b="0" l="0" r="0" t="0"/>
          <a:stretch/>
        </p:blipFill>
        <p:spPr>
          <a:xfrm>
            <a:off x="1828800" y="1874838"/>
            <a:ext cx="5486400" cy="4830762"/>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48"/>
          <p:cNvSpPr txBox="1"/>
          <p:nvPr>
            <p:ph type="title"/>
          </p:nvPr>
        </p:nvSpPr>
        <p:spPr>
          <a:xfrm>
            <a:off x="457200" y="277813"/>
            <a:ext cx="8229600" cy="1139825"/>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None/>
            </a:pPr>
            <a:r>
              <a:rPr lang="en-US" sz="1900"/>
              <a:t>OBSTRUCTIVE HYDROCEPHALUS MAY RESULT FROM AN OBSTRUCTION SOMEWHERE WITHIN THE VENTRICULAR SYSTEM OR WITHIN THE SUBARACHNOID SPACE</a:t>
            </a:r>
            <a:r>
              <a:rPr lang="en-US" sz="3800"/>
              <a:t>. </a:t>
            </a:r>
            <a:br>
              <a:rPr lang="en-US" sz="3800"/>
            </a:br>
            <a:endParaRPr sz="3800"/>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49"/>
          <p:cNvSpPr txBox="1"/>
          <p:nvPr>
            <p:ph type="title"/>
          </p:nvPr>
        </p:nvSpPr>
        <p:spPr>
          <a:xfrm>
            <a:off x="938213" y="382588"/>
            <a:ext cx="7634287" cy="149225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i="1" lang="en-US"/>
              <a:t>AQUEDUCTAL STENOSIS</a:t>
            </a:r>
            <a:endParaRPr/>
          </a:p>
        </p:txBody>
      </p:sp>
      <p:sp>
        <p:nvSpPr>
          <p:cNvPr id="465" name="Google Shape;465;p49"/>
          <p:cNvSpPr txBox="1"/>
          <p:nvPr>
            <p:ph idx="1" type="body"/>
          </p:nvPr>
        </p:nvSpPr>
        <p:spPr>
          <a:xfrm>
            <a:off x="938213" y="2286000"/>
            <a:ext cx="7634287" cy="3594100"/>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80000"/>
              </a:lnSpc>
              <a:spcBef>
                <a:spcPts val="0"/>
              </a:spcBef>
              <a:spcAft>
                <a:spcPts val="0"/>
              </a:spcAft>
              <a:buSzPts val="1900"/>
              <a:buChar char="•"/>
            </a:pPr>
            <a:r>
              <a:rPr lang="en-US" sz="1900">
                <a:solidFill>
                  <a:srgbClr val="595959"/>
                </a:solidFill>
              </a:rPr>
              <a:t>Aqueductal stenosis may be caused by a tumor in the immediate vicinity of the midbrain (as in </a:t>
            </a:r>
            <a:r>
              <a:rPr i="1" lang="en-US" sz="1900">
                <a:solidFill>
                  <a:srgbClr val="595959"/>
                </a:solidFill>
              </a:rPr>
              <a:t>pineoblastoma</a:t>
            </a:r>
            <a:r>
              <a:rPr lang="en-US" sz="1900">
                <a:solidFill>
                  <a:srgbClr val="595959"/>
                </a:solidFill>
              </a:rPr>
              <a:t> or </a:t>
            </a:r>
            <a:r>
              <a:rPr i="1" lang="en-US" sz="1900">
                <a:solidFill>
                  <a:srgbClr val="595959"/>
                </a:solidFill>
              </a:rPr>
              <a:t>meningioma</a:t>
            </a:r>
            <a:r>
              <a:rPr lang="en-US" sz="1900">
                <a:solidFill>
                  <a:srgbClr val="595959"/>
                </a:solidFill>
              </a:rPr>
              <a:t>) that compresses the brain and occludes the cerebral aqueduct. </a:t>
            </a:r>
            <a:endParaRPr/>
          </a:p>
          <a:p>
            <a:pPr indent="-228600" lvl="0" marL="228600" rtl="0" algn="l">
              <a:lnSpc>
                <a:spcPct val="80000"/>
              </a:lnSpc>
              <a:spcBef>
                <a:spcPts val="700"/>
              </a:spcBef>
              <a:spcAft>
                <a:spcPts val="0"/>
              </a:spcAft>
              <a:buSzPts val="1900"/>
              <a:buChar char="•"/>
            </a:pPr>
            <a:r>
              <a:rPr lang="en-US" sz="1900">
                <a:solidFill>
                  <a:srgbClr val="595959"/>
                </a:solidFill>
              </a:rPr>
              <a:t>It may also be occluded by the cellular debris seen following </a:t>
            </a:r>
            <a:r>
              <a:rPr i="1" lang="en-US" sz="1900">
                <a:solidFill>
                  <a:srgbClr val="595959"/>
                </a:solidFill>
              </a:rPr>
              <a:t>intraventricular hemorrhage,</a:t>
            </a:r>
            <a:r>
              <a:rPr lang="en-US" sz="1900">
                <a:solidFill>
                  <a:srgbClr val="595959"/>
                </a:solidFill>
              </a:rPr>
              <a:t> by bacterial or fungal infections, or by ependymal proliferation due to viral infections of the CNS (especially mumps). </a:t>
            </a:r>
            <a:endParaRPr/>
          </a:p>
          <a:p>
            <a:pPr indent="-228600" lvl="0" marL="228600" rtl="0" algn="l">
              <a:lnSpc>
                <a:spcPct val="80000"/>
              </a:lnSpc>
              <a:spcBef>
                <a:spcPts val="700"/>
              </a:spcBef>
              <a:spcAft>
                <a:spcPts val="0"/>
              </a:spcAft>
              <a:buSzPts val="1900"/>
              <a:buChar char="•"/>
            </a:pPr>
            <a:r>
              <a:rPr lang="en-US" sz="1900">
                <a:solidFill>
                  <a:srgbClr val="595959"/>
                </a:solidFill>
              </a:rPr>
              <a:t>One major sequela of aqueductal blockade is enlargement of the third and both lateral ventricles (triventricular hydrocephalus ). </a:t>
            </a:r>
            <a:endParaRPr/>
          </a:p>
          <a:p>
            <a:pPr indent="-228600" lvl="0" marL="228600" rtl="0" algn="l">
              <a:lnSpc>
                <a:spcPct val="80000"/>
              </a:lnSpc>
              <a:spcBef>
                <a:spcPts val="700"/>
              </a:spcBef>
              <a:spcAft>
                <a:spcPts val="0"/>
              </a:spcAft>
              <a:buSzPts val="1900"/>
              <a:buChar char="•"/>
            </a:pPr>
            <a:r>
              <a:rPr lang="en-US" sz="1900">
                <a:solidFill>
                  <a:srgbClr val="595959"/>
                </a:solidFill>
              </a:rPr>
              <a:t>Unilateral obstruction of one interventricular foramen, by a colloid cyst in one interventricular foramen, results in enlargement of the lateral ventricle on that side. </a:t>
            </a:r>
            <a:endParaRPr/>
          </a:p>
          <a:p>
            <a:pPr indent="-228600" lvl="0" marL="228600" rtl="0" algn="l">
              <a:lnSpc>
                <a:spcPct val="80000"/>
              </a:lnSpc>
              <a:spcBef>
                <a:spcPts val="700"/>
              </a:spcBef>
              <a:spcAft>
                <a:spcPts val="0"/>
              </a:spcAft>
              <a:buSzPts val="1900"/>
              <a:buChar char="•"/>
            </a:pPr>
            <a:r>
              <a:rPr lang="en-US" sz="1900">
                <a:solidFill>
                  <a:srgbClr val="595959"/>
                </a:solidFill>
              </a:rPr>
              <a:t>Obstruction of the exit channels of the fourth ventricle, the foramina of Magendie and Luschka, will result in enlargement of all parts of the ventricular system. </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50"/>
          <p:cNvSpPr txBox="1"/>
          <p:nvPr>
            <p:ph type="title"/>
          </p:nvPr>
        </p:nvSpPr>
        <p:spPr>
          <a:xfrm>
            <a:off x="938213" y="382588"/>
            <a:ext cx="7634287" cy="149225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i="1" lang="en-US"/>
              <a:t>COMMUNICATING HYDROCEPHALUS </a:t>
            </a:r>
            <a:endParaRPr/>
          </a:p>
        </p:txBody>
      </p:sp>
      <p:sp>
        <p:nvSpPr>
          <p:cNvPr id="471" name="Google Shape;471;p50"/>
          <p:cNvSpPr txBox="1"/>
          <p:nvPr>
            <p:ph idx="1" type="body"/>
          </p:nvPr>
        </p:nvSpPr>
        <p:spPr>
          <a:xfrm>
            <a:off x="938213" y="2286000"/>
            <a:ext cx="7634287" cy="3594100"/>
          </a:xfrm>
          <a:prstGeom prst="rect">
            <a:avLst/>
          </a:prstGeom>
          <a:noFill/>
          <a:ln>
            <a:noFill/>
          </a:ln>
        </p:spPr>
        <p:txBody>
          <a:bodyPr anchorCtr="0" anchor="t" bIns="45700" lIns="91425" spcFirstLastPara="1" rIns="91425" wrap="square" tIns="45700">
            <a:normAutofit fontScale="92500"/>
          </a:bodyPr>
          <a:lstStyle/>
          <a:p>
            <a:pPr indent="-228632" lvl="0" marL="228600" rtl="0" algn="l">
              <a:lnSpc>
                <a:spcPct val="90000"/>
              </a:lnSpc>
              <a:spcBef>
                <a:spcPts val="0"/>
              </a:spcBef>
              <a:spcAft>
                <a:spcPts val="0"/>
              </a:spcAft>
              <a:buSzPct val="100000"/>
              <a:buChar char="•"/>
            </a:pPr>
            <a:r>
              <a:rPr lang="en-US" sz="2100">
                <a:solidFill>
                  <a:srgbClr val="595959"/>
                </a:solidFill>
              </a:rPr>
              <a:t>In </a:t>
            </a:r>
            <a:r>
              <a:rPr i="1" lang="en-US" sz="2100">
                <a:solidFill>
                  <a:srgbClr val="595959"/>
                </a:solidFill>
              </a:rPr>
              <a:t>communicating hydrocephalus,</a:t>
            </a:r>
            <a:r>
              <a:rPr lang="en-US" sz="2100">
                <a:solidFill>
                  <a:srgbClr val="595959"/>
                </a:solidFill>
              </a:rPr>
              <a:t> the flow of CSF through the ventricular system and into the subarachnoid space is not impaired. </a:t>
            </a:r>
            <a:endParaRPr/>
          </a:p>
          <a:p>
            <a:pPr indent="-105283" lvl="0" marL="228600" rtl="0" algn="l">
              <a:lnSpc>
                <a:spcPct val="90000"/>
              </a:lnSpc>
              <a:spcBef>
                <a:spcPts val="700"/>
              </a:spcBef>
              <a:spcAft>
                <a:spcPts val="0"/>
              </a:spcAft>
              <a:buSzPct val="100000"/>
              <a:buNone/>
            </a:pPr>
            <a:r>
              <a:t/>
            </a:r>
            <a:endParaRPr sz="2100">
              <a:solidFill>
                <a:srgbClr val="595959"/>
              </a:solidFill>
            </a:endParaRPr>
          </a:p>
          <a:p>
            <a:pPr indent="-228632" lvl="0" marL="228600" rtl="0" algn="l">
              <a:lnSpc>
                <a:spcPct val="90000"/>
              </a:lnSpc>
              <a:spcBef>
                <a:spcPts val="700"/>
              </a:spcBef>
              <a:spcAft>
                <a:spcPts val="0"/>
              </a:spcAft>
              <a:buSzPct val="100000"/>
              <a:buChar char="•"/>
            </a:pPr>
            <a:r>
              <a:rPr lang="en-US" sz="2100">
                <a:solidFill>
                  <a:srgbClr val="595959"/>
                </a:solidFill>
              </a:rPr>
              <a:t>Movement of CSF through the subarachnoid space and into the venous system is partially or totally blocked. </a:t>
            </a:r>
            <a:endParaRPr/>
          </a:p>
          <a:p>
            <a:pPr indent="-228600" lvl="0" marL="228600" rtl="0" algn="l">
              <a:lnSpc>
                <a:spcPct val="90000"/>
              </a:lnSpc>
              <a:spcBef>
                <a:spcPts val="700"/>
              </a:spcBef>
              <a:spcAft>
                <a:spcPts val="0"/>
              </a:spcAft>
              <a:buSzPct val="100000"/>
              <a:buFont typeface="Noto Sans Symbols"/>
              <a:buNone/>
            </a:pPr>
            <a:r>
              <a:t/>
            </a:r>
            <a:endParaRPr sz="2100">
              <a:solidFill>
                <a:srgbClr val="595959"/>
              </a:solidFill>
            </a:endParaRPr>
          </a:p>
          <a:p>
            <a:pPr indent="-228632" lvl="0" marL="228600" rtl="0" algn="l">
              <a:lnSpc>
                <a:spcPct val="90000"/>
              </a:lnSpc>
              <a:spcBef>
                <a:spcPts val="700"/>
              </a:spcBef>
              <a:spcAft>
                <a:spcPts val="0"/>
              </a:spcAft>
              <a:buSzPct val="100000"/>
              <a:buChar char="•"/>
            </a:pPr>
            <a:r>
              <a:rPr lang="en-US" sz="2100">
                <a:solidFill>
                  <a:srgbClr val="595959"/>
                </a:solidFill>
              </a:rPr>
              <a:t>Overproduction of CSF in patients with </a:t>
            </a:r>
            <a:r>
              <a:rPr i="1" lang="en-US" sz="2100">
                <a:solidFill>
                  <a:srgbClr val="595959"/>
                </a:solidFill>
              </a:rPr>
              <a:t>papilloma of the choroid plexus</a:t>
            </a:r>
            <a:r>
              <a:rPr lang="en-US" sz="2100">
                <a:solidFill>
                  <a:srgbClr val="595959"/>
                </a:solidFill>
              </a:rPr>
              <a:t> may also be a factor. </a:t>
            </a:r>
            <a:endParaRPr/>
          </a:p>
          <a:p>
            <a:pPr indent="-228600" lvl="0" marL="228600" rtl="0" algn="l">
              <a:lnSpc>
                <a:spcPct val="90000"/>
              </a:lnSpc>
              <a:spcBef>
                <a:spcPts val="700"/>
              </a:spcBef>
              <a:spcAft>
                <a:spcPts val="0"/>
              </a:spcAft>
              <a:buSzPct val="100000"/>
              <a:buFont typeface="Noto Sans Symbols"/>
              <a:buNone/>
            </a:pPr>
            <a:r>
              <a:t/>
            </a:r>
            <a:endParaRPr sz="2100">
              <a:solidFill>
                <a:srgbClr val="595959"/>
              </a:solidFill>
            </a:endParaRPr>
          </a:p>
          <a:p>
            <a:pPr indent="-228632" lvl="0" marL="228600" rtl="0" algn="l">
              <a:lnSpc>
                <a:spcPct val="90000"/>
              </a:lnSpc>
              <a:spcBef>
                <a:spcPts val="700"/>
              </a:spcBef>
              <a:spcAft>
                <a:spcPts val="0"/>
              </a:spcAft>
              <a:buSzPct val="100000"/>
              <a:buChar char="•"/>
            </a:pPr>
            <a:r>
              <a:rPr lang="en-US" sz="2100">
                <a:solidFill>
                  <a:srgbClr val="595959"/>
                </a:solidFill>
              </a:rPr>
              <a:t>In both of these situations there is an enlargement of all parts of the ventricular system. </a:t>
            </a:r>
            <a:endParaRPr/>
          </a:p>
          <a:p>
            <a:pPr indent="-105283" lvl="0" marL="228600" rtl="0" algn="l">
              <a:lnSpc>
                <a:spcPct val="90000"/>
              </a:lnSpc>
              <a:spcBef>
                <a:spcPts val="700"/>
              </a:spcBef>
              <a:spcAft>
                <a:spcPts val="0"/>
              </a:spcAft>
              <a:buSzPct val="100000"/>
              <a:buNone/>
            </a:pPr>
            <a:r>
              <a:t/>
            </a:r>
            <a:endParaRPr sz="2100">
              <a:solidFill>
                <a:srgbClr val="595959"/>
              </a:solidFill>
            </a:endParaRPr>
          </a:p>
          <a:p>
            <a:pPr indent="-105283" lvl="0" marL="228600" rtl="0" algn="l">
              <a:lnSpc>
                <a:spcPct val="90000"/>
              </a:lnSpc>
              <a:spcBef>
                <a:spcPts val="700"/>
              </a:spcBef>
              <a:spcAft>
                <a:spcPts val="0"/>
              </a:spcAft>
              <a:buSzPct val="100000"/>
              <a:buNone/>
            </a:pPr>
            <a:r>
              <a:t/>
            </a:r>
            <a:endParaRPr sz="2100">
              <a:solidFill>
                <a:srgbClr val="595959"/>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51"/>
          <p:cNvSpPr txBox="1"/>
          <p:nvPr>
            <p:ph type="title"/>
          </p:nvPr>
        </p:nvSpPr>
        <p:spPr>
          <a:xfrm>
            <a:off x="938213" y="382588"/>
            <a:ext cx="7634287" cy="149225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i="1" lang="en-US"/>
              <a:t>COMMUNICATING HYDROCEPHALUS</a:t>
            </a:r>
            <a:endParaRPr/>
          </a:p>
        </p:txBody>
      </p:sp>
      <p:sp>
        <p:nvSpPr>
          <p:cNvPr id="477" name="Google Shape;477;p51"/>
          <p:cNvSpPr txBox="1"/>
          <p:nvPr>
            <p:ph idx="1" type="body"/>
          </p:nvPr>
        </p:nvSpPr>
        <p:spPr>
          <a:xfrm>
            <a:off x="938213" y="2286000"/>
            <a:ext cx="7634287" cy="3594100"/>
          </a:xfrm>
          <a:prstGeom prst="rect">
            <a:avLst/>
          </a:prstGeom>
          <a:noFill/>
          <a:ln>
            <a:noFill/>
          </a:ln>
        </p:spPr>
        <p:txBody>
          <a:bodyPr anchorCtr="0" anchor="t" bIns="45700" lIns="91425" spcFirstLastPara="1" rIns="91425" wrap="square" tIns="45700">
            <a:noAutofit/>
          </a:bodyPr>
          <a:lstStyle/>
          <a:p>
            <a:pPr indent="-228600" lvl="0" marL="228600" rtl="0" algn="l">
              <a:lnSpc>
                <a:spcPct val="80000"/>
              </a:lnSpc>
              <a:spcBef>
                <a:spcPts val="0"/>
              </a:spcBef>
              <a:spcAft>
                <a:spcPts val="0"/>
              </a:spcAft>
              <a:buSzPts val="2100"/>
              <a:buChar char="•"/>
            </a:pPr>
            <a:r>
              <a:rPr lang="en-US" sz="2100"/>
              <a:t>This block may be caused by a congenital absence (agenesis) of the arachnoid villi. </a:t>
            </a:r>
            <a:endParaRPr/>
          </a:p>
          <a:p>
            <a:pPr indent="-228600" lvl="0" marL="228600" rtl="0" algn="l">
              <a:lnSpc>
                <a:spcPct val="80000"/>
              </a:lnSpc>
              <a:spcBef>
                <a:spcPts val="700"/>
              </a:spcBef>
              <a:spcAft>
                <a:spcPts val="0"/>
              </a:spcAft>
              <a:buSzPts val="2100"/>
              <a:buChar char="•"/>
            </a:pPr>
            <a:r>
              <a:rPr lang="en-US" sz="2100"/>
              <a:t>the villi may be partially blocked by red blood cells subsequent to a subarachnoid hemorrhage. </a:t>
            </a:r>
            <a:endParaRPr/>
          </a:p>
          <a:p>
            <a:pPr indent="-228600" lvl="0" marL="228600" rtl="0" algn="l">
              <a:lnSpc>
                <a:spcPct val="80000"/>
              </a:lnSpc>
              <a:spcBef>
                <a:spcPts val="700"/>
              </a:spcBef>
              <a:spcAft>
                <a:spcPts val="0"/>
              </a:spcAft>
              <a:buSzPts val="2100"/>
              <a:buChar char="•"/>
            </a:pPr>
            <a:r>
              <a:rPr lang="en-US" sz="2100"/>
              <a:t>An exceedingly high level of protein in the CSF (above 500 mg/dL), as seen in patients with CNS tumors or inflammation, may also contribute to communicating hydrocephalus. </a:t>
            </a:r>
            <a:endParaRPr/>
          </a:p>
          <a:p>
            <a:pPr indent="-228600" lvl="0" marL="228600" rtl="0" algn="l">
              <a:lnSpc>
                <a:spcPct val="80000"/>
              </a:lnSpc>
              <a:spcBef>
                <a:spcPts val="700"/>
              </a:spcBef>
              <a:spcAft>
                <a:spcPts val="0"/>
              </a:spcAft>
              <a:buSzPts val="2100"/>
              <a:buChar char="•"/>
            </a:pPr>
            <a:r>
              <a:rPr lang="en-US" sz="2100"/>
              <a:t>Other causes of communicating hydrocephalus include the interruption of CSF movement through the subarachnoid space caused by either subarachnoid hemorrhage or a major CNS infection, such as leptomeningitis, and the subsequent inflammatory response. </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52"/>
          <p:cNvSpPr txBox="1"/>
          <p:nvPr>
            <p:ph type="title"/>
          </p:nvPr>
        </p:nvSpPr>
        <p:spPr>
          <a:xfrm>
            <a:off x="938213" y="382588"/>
            <a:ext cx="7634287" cy="149225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i="1" lang="en-US"/>
              <a:t>HYDROCEPHALUS EX VACUO </a:t>
            </a:r>
            <a:endParaRPr/>
          </a:p>
        </p:txBody>
      </p:sp>
      <p:sp>
        <p:nvSpPr>
          <p:cNvPr id="483" name="Google Shape;483;p52"/>
          <p:cNvSpPr txBox="1"/>
          <p:nvPr>
            <p:ph idx="1" type="body"/>
          </p:nvPr>
        </p:nvSpPr>
        <p:spPr>
          <a:xfrm>
            <a:off x="938213" y="2286000"/>
            <a:ext cx="7634287" cy="3594100"/>
          </a:xfrm>
          <a:prstGeom prst="rect">
            <a:avLst/>
          </a:prstGeom>
          <a:noFill/>
          <a:ln>
            <a:noFill/>
          </a:ln>
        </p:spPr>
        <p:txBody>
          <a:bodyPr anchorCtr="0" anchor="t" bIns="45700" lIns="91425" spcFirstLastPara="1" rIns="91425" wrap="square" tIns="45700">
            <a:normAutofit fontScale="92500"/>
          </a:bodyPr>
          <a:lstStyle/>
          <a:p>
            <a:pPr indent="-228600" lvl="0" marL="228600" rtl="0" algn="l">
              <a:lnSpc>
                <a:spcPct val="90000"/>
              </a:lnSpc>
              <a:spcBef>
                <a:spcPts val="0"/>
              </a:spcBef>
              <a:spcAft>
                <a:spcPts val="0"/>
              </a:spcAft>
              <a:buSzPct val="100000"/>
              <a:buChar char="•"/>
            </a:pPr>
            <a:r>
              <a:rPr lang="en-US" sz="2600">
                <a:solidFill>
                  <a:srgbClr val="595959"/>
                </a:solidFill>
              </a:rPr>
              <a:t>Hydrocephalus ex Vacuo is not a true hydrocephalus but rather a generalized atrophy of the brain resulting in ventricles that are relatively larger owing to the loss of white matter. </a:t>
            </a:r>
            <a:endParaRPr/>
          </a:p>
          <a:p>
            <a:pPr indent="-228600" lvl="0" marL="228600" rtl="0" algn="l">
              <a:lnSpc>
                <a:spcPct val="90000"/>
              </a:lnSpc>
              <a:spcBef>
                <a:spcPts val="700"/>
              </a:spcBef>
              <a:spcAft>
                <a:spcPts val="0"/>
              </a:spcAft>
              <a:buSzPct val="100000"/>
              <a:buChar char="•"/>
            </a:pPr>
            <a:r>
              <a:rPr lang="en-US" sz="2600">
                <a:solidFill>
                  <a:srgbClr val="595959"/>
                </a:solidFill>
              </a:rPr>
              <a:t>There is no increase in intracranial pressure, there are no neurologic deficits other than those that may be related to brain atrophy, and treatment is not indicated.</a:t>
            </a:r>
            <a:endParaRPr/>
          </a:p>
          <a:p>
            <a:pPr indent="-228600" lvl="0" marL="228600" rtl="0" algn="l">
              <a:lnSpc>
                <a:spcPct val="90000"/>
              </a:lnSpc>
              <a:spcBef>
                <a:spcPts val="700"/>
              </a:spcBef>
              <a:spcAft>
                <a:spcPts val="0"/>
              </a:spcAft>
              <a:buSzPct val="100000"/>
              <a:buChar char="•"/>
            </a:pPr>
            <a:r>
              <a:rPr lang="en-US" sz="2600">
                <a:solidFill>
                  <a:srgbClr val="595959"/>
                </a:solidFill>
              </a:rPr>
              <a:t>Ex vacuo changes may also refer to atrophy with a change in ventricular size that may follow, by several years, an event such as a stroke. </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53"/>
          <p:cNvSpPr txBox="1"/>
          <p:nvPr>
            <p:ph type="title"/>
          </p:nvPr>
        </p:nvSpPr>
        <p:spPr>
          <a:xfrm>
            <a:off x="938213" y="382588"/>
            <a:ext cx="7634287" cy="149225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i="1" lang="en-US"/>
              <a:t>PSEUDOTUMOR CEREBRI</a:t>
            </a:r>
            <a:endParaRPr/>
          </a:p>
        </p:txBody>
      </p:sp>
      <p:sp>
        <p:nvSpPr>
          <p:cNvPr id="489" name="Google Shape;489;p53"/>
          <p:cNvSpPr txBox="1"/>
          <p:nvPr>
            <p:ph idx="1" type="body"/>
          </p:nvPr>
        </p:nvSpPr>
        <p:spPr>
          <a:xfrm>
            <a:off x="938213" y="2286000"/>
            <a:ext cx="7634287" cy="3594100"/>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SzPts val="2100"/>
              <a:buChar char="•"/>
            </a:pPr>
            <a:r>
              <a:rPr lang="en-US" sz="2100">
                <a:solidFill>
                  <a:srgbClr val="595959"/>
                </a:solidFill>
              </a:rPr>
              <a:t>Idiopathic intracranial hypertension  is most commonly seen in obese women of child-bearing age and in persons with chronic renal failure</a:t>
            </a:r>
            <a:endParaRPr/>
          </a:p>
          <a:p>
            <a:pPr indent="-228600" lvl="0" marL="228600" rtl="0" algn="l">
              <a:lnSpc>
                <a:spcPct val="90000"/>
              </a:lnSpc>
              <a:spcBef>
                <a:spcPts val="700"/>
              </a:spcBef>
              <a:spcAft>
                <a:spcPts val="0"/>
              </a:spcAft>
              <a:buSzPts val="2100"/>
              <a:buChar char="•"/>
            </a:pPr>
            <a:r>
              <a:rPr lang="en-US" sz="2100">
                <a:solidFill>
                  <a:srgbClr val="595959"/>
                </a:solidFill>
              </a:rPr>
              <a:t>It is possibly related to vitamin A toxicity. </a:t>
            </a:r>
            <a:endParaRPr/>
          </a:p>
          <a:p>
            <a:pPr indent="-228600" lvl="0" marL="228600" rtl="0" algn="l">
              <a:lnSpc>
                <a:spcPct val="90000"/>
              </a:lnSpc>
              <a:spcBef>
                <a:spcPts val="700"/>
              </a:spcBef>
              <a:spcAft>
                <a:spcPts val="0"/>
              </a:spcAft>
              <a:buSzPts val="2100"/>
              <a:buChar char="•"/>
            </a:pPr>
            <a:r>
              <a:rPr lang="en-US" sz="2100">
                <a:solidFill>
                  <a:srgbClr val="595959"/>
                </a:solidFill>
              </a:rPr>
              <a:t>There is an increase in intracranial pressure (&gt;25 cm H2O), with little evidence of pressure increase on CT or magnetic resonance imaging studies, </a:t>
            </a:r>
            <a:endParaRPr/>
          </a:p>
          <a:p>
            <a:pPr indent="-228600" lvl="0" marL="228600" rtl="0" algn="l">
              <a:lnSpc>
                <a:spcPct val="90000"/>
              </a:lnSpc>
              <a:spcBef>
                <a:spcPts val="700"/>
              </a:spcBef>
              <a:spcAft>
                <a:spcPts val="0"/>
              </a:spcAft>
              <a:buSzPts val="2100"/>
              <a:buChar char="•"/>
            </a:pPr>
            <a:r>
              <a:rPr lang="en-US" sz="2100">
                <a:solidFill>
                  <a:srgbClr val="595959"/>
                </a:solidFill>
              </a:rPr>
              <a:t>Patients usually experience headache and a variety of visual deficits up to blindness due to papilledema .</a:t>
            </a:r>
            <a:endParaRPr/>
          </a:p>
          <a:p>
            <a:pPr indent="-228600" lvl="0" marL="228600" rtl="0" algn="l">
              <a:lnSpc>
                <a:spcPct val="90000"/>
              </a:lnSpc>
              <a:spcBef>
                <a:spcPts val="700"/>
              </a:spcBef>
              <a:spcAft>
                <a:spcPts val="0"/>
              </a:spcAft>
              <a:buSzPts val="2100"/>
              <a:buChar char="•"/>
            </a:pPr>
            <a:r>
              <a:rPr lang="en-US" sz="2100">
                <a:solidFill>
                  <a:srgbClr val="595959"/>
                </a:solidFill>
              </a:rPr>
              <a:t>Treatment includes a program of weight loss, medication, and, if needed, shunting (lumboperitoneal) or surgical fenestration</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54"/>
          <p:cNvSpPr txBox="1"/>
          <p:nvPr>
            <p:ph type="title"/>
          </p:nvPr>
        </p:nvSpPr>
        <p:spPr>
          <a:xfrm>
            <a:off x="938213" y="382588"/>
            <a:ext cx="7634287" cy="149225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i="1" lang="en-US" sz="3800"/>
              <a:t>NORMAL PRESSURE HYDROCEPHALUS </a:t>
            </a:r>
            <a:endParaRPr/>
          </a:p>
        </p:txBody>
      </p:sp>
      <p:sp>
        <p:nvSpPr>
          <p:cNvPr id="495" name="Google Shape;495;p54"/>
          <p:cNvSpPr txBox="1"/>
          <p:nvPr>
            <p:ph idx="1" type="body"/>
          </p:nvPr>
        </p:nvSpPr>
        <p:spPr>
          <a:xfrm>
            <a:off x="938213" y="2286000"/>
            <a:ext cx="7634287" cy="3594100"/>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SzPts val="2100"/>
              <a:buChar char="•"/>
            </a:pPr>
            <a:r>
              <a:rPr lang="en-US" sz="2100"/>
              <a:t>Misnomer since CSF pressure is elevated episodically when measured over time (pressure may wax and wane) </a:t>
            </a:r>
            <a:endParaRPr/>
          </a:p>
          <a:p>
            <a:pPr indent="-228600" lvl="0" marL="228600" rtl="0" algn="l">
              <a:lnSpc>
                <a:spcPct val="90000"/>
              </a:lnSpc>
              <a:spcBef>
                <a:spcPts val="700"/>
              </a:spcBef>
              <a:spcAft>
                <a:spcPts val="0"/>
              </a:spcAft>
              <a:buSzPts val="2100"/>
              <a:buChar char="•"/>
            </a:pPr>
            <a:r>
              <a:rPr lang="en-US" sz="2100"/>
              <a:t>Affects usually elderly patients. </a:t>
            </a:r>
            <a:endParaRPr/>
          </a:p>
          <a:p>
            <a:pPr indent="-228600" lvl="0" marL="228600" rtl="0" algn="l">
              <a:lnSpc>
                <a:spcPct val="90000"/>
              </a:lnSpc>
              <a:spcBef>
                <a:spcPts val="700"/>
              </a:spcBef>
              <a:spcAft>
                <a:spcPts val="0"/>
              </a:spcAft>
              <a:buSzPts val="2100"/>
              <a:buChar char="•"/>
            </a:pPr>
            <a:r>
              <a:rPr lang="en-US" sz="2100"/>
              <a:t>In most cases the cause is unknown. </a:t>
            </a:r>
            <a:endParaRPr/>
          </a:p>
          <a:p>
            <a:pPr indent="-228600" lvl="0" marL="228600" rtl="0" algn="l">
              <a:lnSpc>
                <a:spcPct val="90000"/>
              </a:lnSpc>
              <a:spcBef>
                <a:spcPts val="700"/>
              </a:spcBef>
              <a:spcAft>
                <a:spcPts val="0"/>
              </a:spcAft>
              <a:buSzPts val="2100"/>
              <a:buChar char="•"/>
            </a:pPr>
            <a:r>
              <a:rPr lang="en-US" sz="2100"/>
              <a:t>Patients with normal-pressure hydrocephalus experience a diagnostic triad consisting of urinary problems (frequency, urgency, or incontinence), impaired gait, and dementia. </a:t>
            </a:r>
            <a:endParaRPr/>
          </a:p>
          <a:p>
            <a:pPr indent="-228600" lvl="0" marL="228600" rtl="0" algn="l">
              <a:lnSpc>
                <a:spcPct val="90000"/>
              </a:lnSpc>
              <a:spcBef>
                <a:spcPts val="700"/>
              </a:spcBef>
              <a:spcAft>
                <a:spcPts val="0"/>
              </a:spcAft>
              <a:buSzPts val="2100"/>
              <a:buChar char="•"/>
            </a:pPr>
            <a:r>
              <a:rPr lang="en-US" sz="2100"/>
              <a:t>Treatment is a shunting procedure to reduce CSF pressure and volume. In some cases there is general clinical improvement with lessening of all symptoms including those related to mental status. </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55"/>
          <p:cNvSpPr txBox="1"/>
          <p:nvPr/>
        </p:nvSpPr>
        <p:spPr>
          <a:xfrm>
            <a:off x="2819400" y="1447800"/>
            <a:ext cx="3505200" cy="31702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4000">
                <a:solidFill>
                  <a:schemeClr val="dk1"/>
                </a:solidFill>
                <a:latin typeface="Gill Sans"/>
                <a:ea typeface="Gill Sans"/>
                <a:cs typeface="Gill Sans"/>
                <a:sym typeface="Gill Sans"/>
              </a:rPr>
              <a:t>The greatest pleasure in life is LOVE</a:t>
            </a:r>
            <a:endParaRPr/>
          </a:p>
          <a:p>
            <a:pPr indent="0" lvl="0" marL="0" marR="0" rtl="0" algn="l">
              <a:spcBef>
                <a:spcPts val="0"/>
              </a:spcBef>
              <a:spcAft>
                <a:spcPts val="0"/>
              </a:spcAft>
              <a:buNone/>
            </a:pPr>
            <a:r>
              <a:t/>
            </a:r>
            <a:endParaRPr sz="4000">
              <a:solidFill>
                <a:schemeClr val="dk1"/>
              </a:solidFill>
              <a:latin typeface="Gill Sans"/>
              <a:ea typeface="Gill Sans"/>
              <a:cs typeface="Gill Sans"/>
              <a:sym typeface="Gill Sans"/>
            </a:endParaRPr>
          </a:p>
          <a:p>
            <a:pPr indent="0" lvl="0" marL="0" marR="0" rtl="0" algn="l">
              <a:spcBef>
                <a:spcPts val="0"/>
              </a:spcBef>
              <a:spcAft>
                <a:spcPts val="0"/>
              </a:spcAft>
              <a:buNone/>
            </a:pPr>
            <a:r>
              <a:rPr lang="en-US" sz="4000">
                <a:solidFill>
                  <a:schemeClr val="dk1"/>
                </a:solidFill>
                <a:latin typeface="Gill Sans"/>
                <a:ea typeface="Gill Sans"/>
                <a:cs typeface="Gill Sans"/>
                <a:sym typeface="Gill Sans"/>
              </a:rPr>
              <a:t>(Anonymus)</a:t>
            </a:r>
            <a:endParaRPr sz="4000">
              <a:solidFill>
                <a:schemeClr val="dk1"/>
              </a:solidFill>
              <a:latin typeface="Gill Sans"/>
              <a:ea typeface="Gill Sans"/>
              <a:cs typeface="Gill Sans"/>
              <a:sym typeface="Gill Sans"/>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56"/>
          <p:cNvSpPr txBox="1"/>
          <p:nvPr/>
        </p:nvSpPr>
        <p:spPr>
          <a:xfrm>
            <a:off x="3001963" y="2438400"/>
            <a:ext cx="2484437" cy="15700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4800">
                <a:solidFill>
                  <a:schemeClr val="dk1"/>
                </a:solidFill>
                <a:latin typeface="Gill Sans"/>
                <a:ea typeface="Gill Sans"/>
                <a:cs typeface="Gill Sans"/>
                <a:sym typeface="Gill Sans"/>
              </a:rPr>
              <a:t>THANK YOU</a:t>
            </a:r>
            <a:endParaRPr sz="4800">
              <a:solidFill>
                <a:schemeClr val="dk1"/>
              </a:solidFill>
              <a:latin typeface="Gill Sans"/>
              <a:ea typeface="Gill Sans"/>
              <a:cs typeface="Gill Sans"/>
              <a:sym typeface="Gill Sans"/>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adge">
  <a:themeElements>
    <a:clrScheme name="Badge">
      <a:dk1>
        <a:srgbClr val="000000"/>
      </a:dk1>
      <a:lt1>
        <a:srgbClr val="FFFFFF"/>
      </a:lt1>
      <a:dk2>
        <a:srgbClr val="2A1A00"/>
      </a:dk2>
      <a:lt2>
        <a:srgbClr val="F3F3F2"/>
      </a:lt2>
      <a:accent1>
        <a:srgbClr val="F8B323"/>
      </a:accent1>
      <a:accent2>
        <a:srgbClr val="656A59"/>
      </a:accent2>
      <a:accent3>
        <a:srgbClr val="46B2B5"/>
      </a:accent3>
      <a:accent4>
        <a:srgbClr val="8CAA7E"/>
      </a:accent4>
      <a:accent5>
        <a:srgbClr val="D36F68"/>
      </a:accent5>
      <a:accent6>
        <a:srgbClr val="826276"/>
      </a:accent6>
      <a:hlink>
        <a:srgbClr val="46B2B5"/>
      </a:hlink>
      <a:folHlink>
        <a:srgbClr val="A466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Override1.xml><?xml version="1.0" encoding="utf-8"?>
<a:themeOverride xmlns:a="http://schemas.openxmlformats.org/drawingml/2006/main" xmlns:r="http://schemas.openxmlformats.org/officeDocument/2006/relationships">
  <a:clrScheme name="Badge">
    <a:dk1>
      <a:srgbClr val="000000"/>
    </a:dk1>
    <a:lt1>
      <a:srgbClr val="FFFFFF"/>
    </a:lt1>
    <a:dk2>
      <a:srgbClr val="2A1A00"/>
    </a:dk2>
    <a:lt2>
      <a:srgbClr val="F3F3F2"/>
    </a:lt2>
    <a:accent1>
      <a:srgbClr val="F8B323"/>
    </a:accent1>
    <a:accent2>
      <a:srgbClr val="656A59"/>
    </a:accent2>
    <a:accent3>
      <a:srgbClr val="46B2B5"/>
    </a:accent3>
    <a:accent4>
      <a:srgbClr val="8CAA7E"/>
    </a:accent4>
    <a:accent5>
      <a:srgbClr val="D36F68"/>
    </a:accent5>
    <a:accent6>
      <a:srgbClr val="826276"/>
    </a:accent6>
    <a:hlink>
      <a:srgbClr val="46B2B5"/>
    </a:hlink>
    <a:folHlink>
      <a:srgbClr val="A46694"/>
    </a:folHlink>
  </a:clrScheme>
</a:themeOverrid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1601-01-01T00:00:00Z</dcterms:created>
  <dc:creator>omot</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