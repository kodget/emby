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4" roundtripDataSignature="AMtx7mgGyfrQtP++KqDDr16vp//YIBDFm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12" Type="http://schemas.openxmlformats.org/officeDocument/2006/relationships/slide" Target="slides/slide7.xml"/><Relationship Id="rId34" Type="http://customschemas.google.com/relationships/presentationmetadata" Target="meta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30"/>
          <p:cNvSpPr txBox="1"/>
          <p:nvPr>
            <p:ph type="ctrTitle"/>
          </p:nvPr>
        </p:nvSpPr>
        <p:spPr>
          <a:xfrm>
            <a:off x="1143000" y="1122363"/>
            <a:ext cx="6858000" cy="23876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Clr>
                <a:schemeClr val="dk2"/>
              </a:buClr>
              <a:buSzPts val="4500"/>
              <a:buFont typeface="Arial"/>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30"/>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Autofit/>
          </a:bodyPr>
          <a:lstStyle>
            <a:lvl1pPr lvl="0" algn="ctr">
              <a:lnSpc>
                <a:spcPct val="100000"/>
              </a:lnSpc>
              <a:spcBef>
                <a:spcPts val="360"/>
              </a:spcBef>
              <a:spcAft>
                <a:spcPts val="0"/>
              </a:spcAft>
              <a:buClr>
                <a:schemeClr val="dk1"/>
              </a:buClr>
              <a:buSzPts val="1800"/>
              <a:buFont typeface="Arial"/>
              <a:buNone/>
              <a:defRPr sz="1800"/>
            </a:lvl1pPr>
            <a:lvl2pPr lvl="1" algn="ctr">
              <a:lnSpc>
                <a:spcPct val="100000"/>
              </a:lnSpc>
              <a:spcBef>
                <a:spcPts val="300"/>
              </a:spcBef>
              <a:spcAft>
                <a:spcPts val="0"/>
              </a:spcAft>
              <a:buClr>
                <a:schemeClr val="dk1"/>
              </a:buClr>
              <a:buSzPts val="1500"/>
              <a:buFont typeface="Arial"/>
              <a:buNone/>
              <a:defRPr sz="1500"/>
            </a:lvl2pPr>
            <a:lvl3pPr lvl="2" algn="ctr">
              <a:lnSpc>
                <a:spcPct val="100000"/>
              </a:lnSpc>
              <a:spcBef>
                <a:spcPts val="270"/>
              </a:spcBef>
              <a:spcAft>
                <a:spcPts val="0"/>
              </a:spcAft>
              <a:buClr>
                <a:schemeClr val="dk1"/>
              </a:buClr>
              <a:buSzPts val="1350"/>
              <a:buFont typeface="Arial"/>
              <a:buNone/>
              <a:defRPr sz="1350"/>
            </a:lvl3pPr>
            <a:lvl4pPr lvl="3" algn="ctr">
              <a:lnSpc>
                <a:spcPct val="100000"/>
              </a:lnSpc>
              <a:spcBef>
                <a:spcPts val="240"/>
              </a:spcBef>
              <a:spcAft>
                <a:spcPts val="0"/>
              </a:spcAft>
              <a:buClr>
                <a:schemeClr val="dk1"/>
              </a:buClr>
              <a:buSzPts val="1200"/>
              <a:buFont typeface="Arial"/>
              <a:buNone/>
              <a:defRPr sz="1200"/>
            </a:lvl4pPr>
            <a:lvl5pPr lvl="4" algn="ctr">
              <a:lnSpc>
                <a:spcPct val="100000"/>
              </a:lnSpc>
              <a:spcBef>
                <a:spcPts val="240"/>
              </a:spcBef>
              <a:spcAft>
                <a:spcPts val="0"/>
              </a:spcAft>
              <a:buClr>
                <a:schemeClr val="dk1"/>
              </a:buClr>
              <a:buSzPts val="1200"/>
              <a:buFont typeface="Arial"/>
              <a:buNone/>
              <a:defRPr sz="1200"/>
            </a:lvl5pPr>
            <a:lvl6pPr lvl="5" algn="ctr">
              <a:lnSpc>
                <a:spcPct val="100000"/>
              </a:lnSpc>
              <a:spcBef>
                <a:spcPts val="240"/>
              </a:spcBef>
              <a:spcAft>
                <a:spcPts val="0"/>
              </a:spcAft>
              <a:buClr>
                <a:schemeClr val="dk1"/>
              </a:buClr>
              <a:buSzPts val="1200"/>
              <a:buFont typeface="Arial"/>
              <a:buNone/>
              <a:defRPr sz="1200"/>
            </a:lvl6pPr>
            <a:lvl7pPr lvl="6" algn="ctr">
              <a:lnSpc>
                <a:spcPct val="100000"/>
              </a:lnSpc>
              <a:spcBef>
                <a:spcPts val="240"/>
              </a:spcBef>
              <a:spcAft>
                <a:spcPts val="0"/>
              </a:spcAft>
              <a:buClr>
                <a:schemeClr val="dk1"/>
              </a:buClr>
              <a:buSzPts val="1200"/>
              <a:buFont typeface="Arial"/>
              <a:buNone/>
              <a:defRPr sz="1200"/>
            </a:lvl7pPr>
            <a:lvl8pPr lvl="7" algn="ctr">
              <a:lnSpc>
                <a:spcPct val="100000"/>
              </a:lnSpc>
              <a:spcBef>
                <a:spcPts val="240"/>
              </a:spcBef>
              <a:spcAft>
                <a:spcPts val="0"/>
              </a:spcAft>
              <a:buClr>
                <a:schemeClr val="dk1"/>
              </a:buClr>
              <a:buSzPts val="1200"/>
              <a:buFont typeface="Arial"/>
              <a:buNone/>
              <a:defRPr sz="1200"/>
            </a:lvl8pPr>
            <a:lvl9pPr lvl="8" algn="ctr">
              <a:lnSpc>
                <a:spcPct val="100000"/>
              </a:lnSpc>
              <a:spcBef>
                <a:spcPts val="240"/>
              </a:spcBef>
              <a:spcAft>
                <a:spcPts val="0"/>
              </a:spcAft>
              <a:buClr>
                <a:schemeClr val="dk1"/>
              </a:buClr>
              <a:buSzPts val="1200"/>
              <a:buFont typeface="Arial"/>
              <a:buNone/>
              <a:defRPr sz="1200"/>
            </a:lvl9pPr>
          </a:lstStyle>
          <a:p/>
        </p:txBody>
      </p:sp>
      <p:sp>
        <p:nvSpPr>
          <p:cNvPr id="14" name="Google Shape;14;p30"/>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30"/>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30"/>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0" name="Google Shape;20;p31"/>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1"/>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1"/>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3" name="Shape 23"/>
        <p:cNvGrpSpPr/>
        <p:nvPr/>
      </p:nvGrpSpPr>
      <p:grpSpPr>
        <a:xfrm>
          <a:off x="0" y="0"/>
          <a:ext cx="0" cy="0"/>
          <a:chOff x="0" y="0"/>
          <a:chExt cx="0" cy="0"/>
        </a:xfrm>
      </p:grpSpPr>
      <p:sp>
        <p:nvSpPr>
          <p:cNvPr id="24" name="Google Shape;24;p32"/>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2"/>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2"/>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33"/>
          <p:cNvSpPr txBox="1"/>
          <p:nvPr>
            <p:ph type="title"/>
          </p:nvPr>
        </p:nvSpPr>
        <p:spPr>
          <a:xfrm>
            <a:off x="623888" y="1709738"/>
            <a:ext cx="7886700" cy="2852737"/>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Clr>
                <a:schemeClr val="dk2"/>
              </a:buClr>
              <a:buSzPts val="4500"/>
              <a:buFont typeface="Arial"/>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3"/>
          <p:cNvSpPr txBox="1"/>
          <p:nvPr>
            <p:ph idx="1" type="body"/>
          </p:nvPr>
        </p:nvSpPr>
        <p:spPr>
          <a:xfrm>
            <a:off x="623888" y="4589463"/>
            <a:ext cx="7886700" cy="1500187"/>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360"/>
              </a:spcBef>
              <a:spcAft>
                <a:spcPts val="0"/>
              </a:spcAft>
              <a:buClr>
                <a:srgbClr val="888888"/>
              </a:buClr>
              <a:buSzPts val="1800"/>
              <a:buFont typeface="Arial"/>
              <a:buNone/>
              <a:defRPr sz="1800">
                <a:solidFill>
                  <a:srgbClr val="888888"/>
                </a:solidFill>
              </a:defRPr>
            </a:lvl1pPr>
            <a:lvl2pPr indent="-228600" lvl="1" marL="914400" algn="l">
              <a:lnSpc>
                <a:spcPct val="100000"/>
              </a:lnSpc>
              <a:spcBef>
                <a:spcPts val="300"/>
              </a:spcBef>
              <a:spcAft>
                <a:spcPts val="0"/>
              </a:spcAft>
              <a:buClr>
                <a:srgbClr val="888888"/>
              </a:buClr>
              <a:buSzPts val="1500"/>
              <a:buFont typeface="Arial"/>
              <a:buNone/>
              <a:defRPr sz="1500">
                <a:solidFill>
                  <a:srgbClr val="888888"/>
                </a:solidFill>
              </a:defRPr>
            </a:lvl2pPr>
            <a:lvl3pPr indent="-228600" lvl="2" marL="1371600" algn="l">
              <a:lnSpc>
                <a:spcPct val="100000"/>
              </a:lnSpc>
              <a:spcBef>
                <a:spcPts val="270"/>
              </a:spcBef>
              <a:spcAft>
                <a:spcPts val="0"/>
              </a:spcAft>
              <a:buClr>
                <a:srgbClr val="888888"/>
              </a:buClr>
              <a:buSzPts val="1350"/>
              <a:buFont typeface="Arial"/>
              <a:buNone/>
              <a:defRPr sz="1350">
                <a:solidFill>
                  <a:srgbClr val="888888"/>
                </a:solidFill>
              </a:defRPr>
            </a:lvl3pPr>
            <a:lvl4pPr indent="-228600" lvl="3" marL="1828800" algn="l">
              <a:lnSpc>
                <a:spcPct val="100000"/>
              </a:lnSpc>
              <a:spcBef>
                <a:spcPts val="240"/>
              </a:spcBef>
              <a:spcAft>
                <a:spcPts val="0"/>
              </a:spcAft>
              <a:buClr>
                <a:srgbClr val="888888"/>
              </a:buClr>
              <a:buSzPts val="1200"/>
              <a:buFont typeface="Arial"/>
              <a:buNone/>
              <a:defRPr sz="1200">
                <a:solidFill>
                  <a:srgbClr val="888888"/>
                </a:solidFill>
              </a:defRPr>
            </a:lvl4pPr>
            <a:lvl5pPr indent="-228600" lvl="4" marL="2286000" algn="l">
              <a:lnSpc>
                <a:spcPct val="100000"/>
              </a:lnSpc>
              <a:spcBef>
                <a:spcPts val="240"/>
              </a:spcBef>
              <a:spcAft>
                <a:spcPts val="0"/>
              </a:spcAft>
              <a:buClr>
                <a:srgbClr val="888888"/>
              </a:buClr>
              <a:buSzPts val="1200"/>
              <a:buFont typeface="Arial"/>
              <a:buNone/>
              <a:defRPr sz="1200">
                <a:solidFill>
                  <a:srgbClr val="888888"/>
                </a:solidFill>
              </a:defRPr>
            </a:lvl5pPr>
            <a:lvl6pPr indent="-228600" lvl="5" marL="2743200" algn="l">
              <a:lnSpc>
                <a:spcPct val="100000"/>
              </a:lnSpc>
              <a:spcBef>
                <a:spcPts val="240"/>
              </a:spcBef>
              <a:spcAft>
                <a:spcPts val="0"/>
              </a:spcAft>
              <a:buClr>
                <a:srgbClr val="888888"/>
              </a:buClr>
              <a:buSzPts val="1200"/>
              <a:buFont typeface="Arial"/>
              <a:buNone/>
              <a:defRPr sz="1200">
                <a:solidFill>
                  <a:srgbClr val="888888"/>
                </a:solidFill>
              </a:defRPr>
            </a:lvl6pPr>
            <a:lvl7pPr indent="-228600" lvl="6" marL="3200400" algn="l">
              <a:lnSpc>
                <a:spcPct val="100000"/>
              </a:lnSpc>
              <a:spcBef>
                <a:spcPts val="240"/>
              </a:spcBef>
              <a:spcAft>
                <a:spcPts val="0"/>
              </a:spcAft>
              <a:buClr>
                <a:srgbClr val="888888"/>
              </a:buClr>
              <a:buSzPts val="1200"/>
              <a:buFont typeface="Arial"/>
              <a:buNone/>
              <a:defRPr sz="1200">
                <a:solidFill>
                  <a:srgbClr val="888888"/>
                </a:solidFill>
              </a:defRPr>
            </a:lvl7pPr>
            <a:lvl8pPr indent="-228600" lvl="7" marL="3657600" algn="l">
              <a:lnSpc>
                <a:spcPct val="100000"/>
              </a:lnSpc>
              <a:spcBef>
                <a:spcPts val="240"/>
              </a:spcBef>
              <a:spcAft>
                <a:spcPts val="0"/>
              </a:spcAft>
              <a:buClr>
                <a:srgbClr val="888888"/>
              </a:buClr>
              <a:buSzPts val="1200"/>
              <a:buFont typeface="Arial"/>
              <a:buNone/>
              <a:defRPr sz="1200">
                <a:solidFill>
                  <a:srgbClr val="888888"/>
                </a:solidFill>
              </a:defRPr>
            </a:lvl8pPr>
            <a:lvl9pPr indent="-228600" lvl="8" marL="4114800" algn="l">
              <a:lnSpc>
                <a:spcPct val="100000"/>
              </a:lnSpc>
              <a:spcBef>
                <a:spcPts val="240"/>
              </a:spcBef>
              <a:spcAft>
                <a:spcPts val="0"/>
              </a:spcAft>
              <a:buClr>
                <a:srgbClr val="888888"/>
              </a:buClr>
              <a:buSzPts val="1200"/>
              <a:buFont typeface="Arial"/>
              <a:buNone/>
              <a:defRPr sz="1200">
                <a:solidFill>
                  <a:srgbClr val="888888"/>
                </a:solidFill>
              </a:defRPr>
            </a:lvl9pPr>
          </a:lstStyle>
          <a:p/>
        </p:txBody>
      </p:sp>
      <p:sp>
        <p:nvSpPr>
          <p:cNvPr id="30" name="Google Shape;30;p33"/>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3"/>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3"/>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4"/>
          <p:cNvSpPr txBox="1"/>
          <p:nvPr>
            <p:ph idx="1" type="body"/>
          </p:nvPr>
        </p:nvSpPr>
        <p:spPr>
          <a:xfrm>
            <a:off x="457200" y="1600200"/>
            <a:ext cx="4032504" cy="4525963"/>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6" name="Google Shape;36;p34"/>
          <p:cNvSpPr txBox="1"/>
          <p:nvPr>
            <p:ph idx="2" type="body"/>
          </p:nvPr>
        </p:nvSpPr>
        <p:spPr>
          <a:xfrm>
            <a:off x="4654296" y="1600200"/>
            <a:ext cx="4032504" cy="4525963"/>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7" name="Google Shape;37;p34"/>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4"/>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4"/>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5"/>
          <p:cNvSpPr txBox="1"/>
          <p:nvPr>
            <p:ph type="title"/>
          </p:nvPr>
        </p:nvSpPr>
        <p:spPr>
          <a:xfrm>
            <a:off x="629841" y="365125"/>
            <a:ext cx="7886700" cy="1325563"/>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5"/>
          <p:cNvSpPr txBox="1"/>
          <p:nvPr>
            <p:ph idx="1" type="body"/>
          </p:nvPr>
        </p:nvSpPr>
        <p:spPr>
          <a:xfrm>
            <a:off x="629841" y="1681163"/>
            <a:ext cx="3868340" cy="82391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360"/>
              </a:spcBef>
              <a:spcAft>
                <a:spcPts val="0"/>
              </a:spcAft>
              <a:buClr>
                <a:schemeClr val="dk1"/>
              </a:buClr>
              <a:buSzPts val="1800"/>
              <a:buFont typeface="Arial"/>
              <a:buNone/>
              <a:defRPr b="1" sz="1800"/>
            </a:lvl1pPr>
            <a:lvl2pPr indent="-228600" lvl="1" marL="914400" algn="l">
              <a:lnSpc>
                <a:spcPct val="100000"/>
              </a:lnSpc>
              <a:spcBef>
                <a:spcPts val="300"/>
              </a:spcBef>
              <a:spcAft>
                <a:spcPts val="0"/>
              </a:spcAft>
              <a:buClr>
                <a:schemeClr val="dk1"/>
              </a:buClr>
              <a:buSzPts val="1500"/>
              <a:buFont typeface="Arial"/>
              <a:buNone/>
              <a:defRPr b="1" sz="1500"/>
            </a:lvl2pPr>
            <a:lvl3pPr indent="-228600" lvl="2" marL="1371600" algn="l">
              <a:lnSpc>
                <a:spcPct val="100000"/>
              </a:lnSpc>
              <a:spcBef>
                <a:spcPts val="270"/>
              </a:spcBef>
              <a:spcAft>
                <a:spcPts val="0"/>
              </a:spcAft>
              <a:buClr>
                <a:schemeClr val="dk1"/>
              </a:buClr>
              <a:buSzPts val="1350"/>
              <a:buFont typeface="Arial"/>
              <a:buNone/>
              <a:defRPr b="1" sz="1350"/>
            </a:lvl3pPr>
            <a:lvl4pPr indent="-228600" lvl="3" marL="1828800" algn="l">
              <a:lnSpc>
                <a:spcPct val="100000"/>
              </a:lnSpc>
              <a:spcBef>
                <a:spcPts val="240"/>
              </a:spcBef>
              <a:spcAft>
                <a:spcPts val="0"/>
              </a:spcAft>
              <a:buClr>
                <a:schemeClr val="dk1"/>
              </a:buClr>
              <a:buSzPts val="1200"/>
              <a:buFont typeface="Arial"/>
              <a:buNone/>
              <a:defRPr b="1" sz="1200"/>
            </a:lvl4pPr>
            <a:lvl5pPr indent="-228600" lvl="4" marL="2286000" algn="l">
              <a:lnSpc>
                <a:spcPct val="100000"/>
              </a:lnSpc>
              <a:spcBef>
                <a:spcPts val="240"/>
              </a:spcBef>
              <a:spcAft>
                <a:spcPts val="0"/>
              </a:spcAft>
              <a:buClr>
                <a:schemeClr val="dk1"/>
              </a:buClr>
              <a:buSzPts val="1200"/>
              <a:buFont typeface="Arial"/>
              <a:buNone/>
              <a:defRPr b="1" sz="1200"/>
            </a:lvl5pPr>
            <a:lvl6pPr indent="-228600" lvl="5" marL="2743200" algn="l">
              <a:lnSpc>
                <a:spcPct val="100000"/>
              </a:lnSpc>
              <a:spcBef>
                <a:spcPts val="240"/>
              </a:spcBef>
              <a:spcAft>
                <a:spcPts val="0"/>
              </a:spcAft>
              <a:buClr>
                <a:schemeClr val="dk1"/>
              </a:buClr>
              <a:buSzPts val="1200"/>
              <a:buFont typeface="Arial"/>
              <a:buNone/>
              <a:defRPr b="1" sz="1200"/>
            </a:lvl6pPr>
            <a:lvl7pPr indent="-228600" lvl="6" marL="3200400" algn="l">
              <a:lnSpc>
                <a:spcPct val="100000"/>
              </a:lnSpc>
              <a:spcBef>
                <a:spcPts val="240"/>
              </a:spcBef>
              <a:spcAft>
                <a:spcPts val="0"/>
              </a:spcAft>
              <a:buClr>
                <a:schemeClr val="dk1"/>
              </a:buClr>
              <a:buSzPts val="1200"/>
              <a:buFont typeface="Arial"/>
              <a:buNone/>
              <a:defRPr b="1" sz="1200"/>
            </a:lvl7pPr>
            <a:lvl8pPr indent="-228600" lvl="7" marL="3657600" algn="l">
              <a:lnSpc>
                <a:spcPct val="100000"/>
              </a:lnSpc>
              <a:spcBef>
                <a:spcPts val="240"/>
              </a:spcBef>
              <a:spcAft>
                <a:spcPts val="0"/>
              </a:spcAft>
              <a:buClr>
                <a:schemeClr val="dk1"/>
              </a:buClr>
              <a:buSzPts val="1200"/>
              <a:buFont typeface="Arial"/>
              <a:buNone/>
              <a:defRPr b="1" sz="1200"/>
            </a:lvl8pPr>
            <a:lvl9pPr indent="-228600" lvl="8" marL="4114800" algn="l">
              <a:lnSpc>
                <a:spcPct val="100000"/>
              </a:lnSpc>
              <a:spcBef>
                <a:spcPts val="240"/>
              </a:spcBef>
              <a:spcAft>
                <a:spcPts val="0"/>
              </a:spcAft>
              <a:buClr>
                <a:schemeClr val="dk1"/>
              </a:buClr>
              <a:buSzPts val="1200"/>
              <a:buFont typeface="Arial"/>
              <a:buNone/>
              <a:defRPr b="1" sz="1200"/>
            </a:lvl9pPr>
          </a:lstStyle>
          <a:p/>
        </p:txBody>
      </p:sp>
      <p:sp>
        <p:nvSpPr>
          <p:cNvPr id="43" name="Google Shape;43;p35"/>
          <p:cNvSpPr txBox="1"/>
          <p:nvPr>
            <p:ph idx="2" type="body"/>
          </p:nvPr>
        </p:nvSpPr>
        <p:spPr>
          <a:xfrm>
            <a:off x="629841" y="2505075"/>
            <a:ext cx="3868340" cy="3684588"/>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4" name="Google Shape;44;p35"/>
          <p:cNvSpPr txBox="1"/>
          <p:nvPr>
            <p:ph idx="3" type="body"/>
          </p:nvPr>
        </p:nvSpPr>
        <p:spPr>
          <a:xfrm>
            <a:off x="4629150" y="1681163"/>
            <a:ext cx="3887391" cy="82391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360"/>
              </a:spcBef>
              <a:spcAft>
                <a:spcPts val="0"/>
              </a:spcAft>
              <a:buClr>
                <a:schemeClr val="dk1"/>
              </a:buClr>
              <a:buSzPts val="1800"/>
              <a:buFont typeface="Arial"/>
              <a:buNone/>
              <a:defRPr b="1" sz="1800"/>
            </a:lvl1pPr>
            <a:lvl2pPr indent="-228600" lvl="1" marL="914400" algn="l">
              <a:lnSpc>
                <a:spcPct val="100000"/>
              </a:lnSpc>
              <a:spcBef>
                <a:spcPts val="300"/>
              </a:spcBef>
              <a:spcAft>
                <a:spcPts val="0"/>
              </a:spcAft>
              <a:buClr>
                <a:schemeClr val="dk1"/>
              </a:buClr>
              <a:buSzPts val="1500"/>
              <a:buFont typeface="Arial"/>
              <a:buNone/>
              <a:defRPr b="1" sz="1500"/>
            </a:lvl2pPr>
            <a:lvl3pPr indent="-228600" lvl="2" marL="1371600" algn="l">
              <a:lnSpc>
                <a:spcPct val="100000"/>
              </a:lnSpc>
              <a:spcBef>
                <a:spcPts val="270"/>
              </a:spcBef>
              <a:spcAft>
                <a:spcPts val="0"/>
              </a:spcAft>
              <a:buClr>
                <a:schemeClr val="dk1"/>
              </a:buClr>
              <a:buSzPts val="1350"/>
              <a:buFont typeface="Arial"/>
              <a:buNone/>
              <a:defRPr b="1" sz="1350"/>
            </a:lvl3pPr>
            <a:lvl4pPr indent="-228600" lvl="3" marL="1828800" algn="l">
              <a:lnSpc>
                <a:spcPct val="100000"/>
              </a:lnSpc>
              <a:spcBef>
                <a:spcPts val="240"/>
              </a:spcBef>
              <a:spcAft>
                <a:spcPts val="0"/>
              </a:spcAft>
              <a:buClr>
                <a:schemeClr val="dk1"/>
              </a:buClr>
              <a:buSzPts val="1200"/>
              <a:buFont typeface="Arial"/>
              <a:buNone/>
              <a:defRPr b="1" sz="1200"/>
            </a:lvl4pPr>
            <a:lvl5pPr indent="-228600" lvl="4" marL="2286000" algn="l">
              <a:lnSpc>
                <a:spcPct val="100000"/>
              </a:lnSpc>
              <a:spcBef>
                <a:spcPts val="240"/>
              </a:spcBef>
              <a:spcAft>
                <a:spcPts val="0"/>
              </a:spcAft>
              <a:buClr>
                <a:schemeClr val="dk1"/>
              </a:buClr>
              <a:buSzPts val="1200"/>
              <a:buFont typeface="Arial"/>
              <a:buNone/>
              <a:defRPr b="1" sz="1200"/>
            </a:lvl5pPr>
            <a:lvl6pPr indent="-228600" lvl="5" marL="2743200" algn="l">
              <a:lnSpc>
                <a:spcPct val="100000"/>
              </a:lnSpc>
              <a:spcBef>
                <a:spcPts val="240"/>
              </a:spcBef>
              <a:spcAft>
                <a:spcPts val="0"/>
              </a:spcAft>
              <a:buClr>
                <a:schemeClr val="dk1"/>
              </a:buClr>
              <a:buSzPts val="1200"/>
              <a:buFont typeface="Arial"/>
              <a:buNone/>
              <a:defRPr b="1" sz="1200"/>
            </a:lvl6pPr>
            <a:lvl7pPr indent="-228600" lvl="6" marL="3200400" algn="l">
              <a:lnSpc>
                <a:spcPct val="100000"/>
              </a:lnSpc>
              <a:spcBef>
                <a:spcPts val="240"/>
              </a:spcBef>
              <a:spcAft>
                <a:spcPts val="0"/>
              </a:spcAft>
              <a:buClr>
                <a:schemeClr val="dk1"/>
              </a:buClr>
              <a:buSzPts val="1200"/>
              <a:buFont typeface="Arial"/>
              <a:buNone/>
              <a:defRPr b="1" sz="1200"/>
            </a:lvl7pPr>
            <a:lvl8pPr indent="-228600" lvl="7" marL="3657600" algn="l">
              <a:lnSpc>
                <a:spcPct val="100000"/>
              </a:lnSpc>
              <a:spcBef>
                <a:spcPts val="240"/>
              </a:spcBef>
              <a:spcAft>
                <a:spcPts val="0"/>
              </a:spcAft>
              <a:buClr>
                <a:schemeClr val="dk1"/>
              </a:buClr>
              <a:buSzPts val="1200"/>
              <a:buFont typeface="Arial"/>
              <a:buNone/>
              <a:defRPr b="1" sz="1200"/>
            </a:lvl8pPr>
            <a:lvl9pPr indent="-228600" lvl="8" marL="4114800" algn="l">
              <a:lnSpc>
                <a:spcPct val="100000"/>
              </a:lnSpc>
              <a:spcBef>
                <a:spcPts val="240"/>
              </a:spcBef>
              <a:spcAft>
                <a:spcPts val="0"/>
              </a:spcAft>
              <a:buClr>
                <a:schemeClr val="dk1"/>
              </a:buClr>
              <a:buSzPts val="1200"/>
              <a:buFont typeface="Arial"/>
              <a:buNone/>
              <a:defRPr b="1" sz="1200"/>
            </a:lvl9pPr>
          </a:lstStyle>
          <a:p/>
        </p:txBody>
      </p:sp>
      <p:sp>
        <p:nvSpPr>
          <p:cNvPr id="45" name="Google Shape;45;p35"/>
          <p:cNvSpPr txBox="1"/>
          <p:nvPr>
            <p:ph idx="4" type="body"/>
          </p:nvPr>
        </p:nvSpPr>
        <p:spPr>
          <a:xfrm>
            <a:off x="4629150" y="2505075"/>
            <a:ext cx="3887391" cy="3684588"/>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6" name="Google Shape;46;p35"/>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5"/>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5"/>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6"/>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6"/>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6"/>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7"/>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Clr>
                <a:schemeClr val="dk2"/>
              </a:buClr>
              <a:buSzPts val="2400"/>
              <a:buFont typeface="Arial"/>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7"/>
          <p:cNvSpPr txBox="1"/>
          <p:nvPr>
            <p:ph idx="1" type="body"/>
          </p:nvPr>
        </p:nvSpPr>
        <p:spPr>
          <a:xfrm>
            <a:off x="3887391" y="987425"/>
            <a:ext cx="4629150" cy="4873625"/>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Font typeface="Arial"/>
              <a:buChar char="•"/>
              <a:defRPr sz="2400"/>
            </a:lvl1pPr>
            <a:lvl2pPr indent="-361950" lvl="1" marL="914400" algn="l">
              <a:lnSpc>
                <a:spcPct val="100000"/>
              </a:lnSpc>
              <a:spcBef>
                <a:spcPts val="420"/>
              </a:spcBef>
              <a:spcAft>
                <a:spcPts val="0"/>
              </a:spcAft>
              <a:buClr>
                <a:schemeClr val="dk1"/>
              </a:buClr>
              <a:buSzPts val="2100"/>
              <a:buFont typeface="Arial"/>
              <a:buChar char="–"/>
              <a:defRPr sz="2100"/>
            </a:lvl2pPr>
            <a:lvl3pPr indent="-342900" lvl="2" marL="1371600" algn="l">
              <a:lnSpc>
                <a:spcPct val="100000"/>
              </a:lnSpc>
              <a:spcBef>
                <a:spcPts val="360"/>
              </a:spcBef>
              <a:spcAft>
                <a:spcPts val="0"/>
              </a:spcAft>
              <a:buClr>
                <a:schemeClr val="dk1"/>
              </a:buClr>
              <a:buSzPts val="1800"/>
              <a:buFont typeface="Arial"/>
              <a:buChar char="•"/>
              <a:defRPr sz="1800"/>
            </a:lvl3pPr>
            <a:lvl4pPr indent="-323850" lvl="3" marL="1828800" algn="l">
              <a:lnSpc>
                <a:spcPct val="100000"/>
              </a:lnSpc>
              <a:spcBef>
                <a:spcPts val="300"/>
              </a:spcBef>
              <a:spcAft>
                <a:spcPts val="0"/>
              </a:spcAft>
              <a:buClr>
                <a:schemeClr val="dk1"/>
              </a:buClr>
              <a:buSzPts val="1500"/>
              <a:buFont typeface="Arial"/>
              <a:buChar char="–"/>
              <a:defRPr sz="1500"/>
            </a:lvl4pPr>
            <a:lvl5pPr indent="-323850" lvl="4" marL="2286000" algn="l">
              <a:lnSpc>
                <a:spcPct val="100000"/>
              </a:lnSpc>
              <a:spcBef>
                <a:spcPts val="300"/>
              </a:spcBef>
              <a:spcAft>
                <a:spcPts val="0"/>
              </a:spcAft>
              <a:buClr>
                <a:schemeClr val="dk1"/>
              </a:buClr>
              <a:buSzPts val="1500"/>
              <a:buFont typeface="Arial"/>
              <a:buChar char="»"/>
              <a:defRPr sz="1500"/>
            </a:lvl5pPr>
            <a:lvl6pPr indent="-323850" lvl="5" marL="2743200" algn="l">
              <a:lnSpc>
                <a:spcPct val="100000"/>
              </a:lnSpc>
              <a:spcBef>
                <a:spcPts val="300"/>
              </a:spcBef>
              <a:spcAft>
                <a:spcPts val="0"/>
              </a:spcAft>
              <a:buClr>
                <a:schemeClr val="dk1"/>
              </a:buClr>
              <a:buSzPts val="1500"/>
              <a:buFont typeface="Arial"/>
              <a:buChar char="»"/>
              <a:defRPr sz="1500"/>
            </a:lvl6pPr>
            <a:lvl7pPr indent="-323850" lvl="6" marL="3200400" algn="l">
              <a:lnSpc>
                <a:spcPct val="100000"/>
              </a:lnSpc>
              <a:spcBef>
                <a:spcPts val="300"/>
              </a:spcBef>
              <a:spcAft>
                <a:spcPts val="0"/>
              </a:spcAft>
              <a:buClr>
                <a:schemeClr val="dk1"/>
              </a:buClr>
              <a:buSzPts val="1500"/>
              <a:buFont typeface="Arial"/>
              <a:buChar char="»"/>
              <a:defRPr sz="1500"/>
            </a:lvl7pPr>
            <a:lvl8pPr indent="-323850" lvl="7" marL="3657600" algn="l">
              <a:lnSpc>
                <a:spcPct val="100000"/>
              </a:lnSpc>
              <a:spcBef>
                <a:spcPts val="300"/>
              </a:spcBef>
              <a:spcAft>
                <a:spcPts val="0"/>
              </a:spcAft>
              <a:buClr>
                <a:schemeClr val="dk1"/>
              </a:buClr>
              <a:buSzPts val="1500"/>
              <a:buFont typeface="Arial"/>
              <a:buChar char="»"/>
              <a:defRPr sz="1500"/>
            </a:lvl8pPr>
            <a:lvl9pPr indent="-323850" lvl="8" marL="4114800" algn="l">
              <a:lnSpc>
                <a:spcPct val="100000"/>
              </a:lnSpc>
              <a:spcBef>
                <a:spcPts val="300"/>
              </a:spcBef>
              <a:spcAft>
                <a:spcPts val="0"/>
              </a:spcAft>
              <a:buClr>
                <a:schemeClr val="dk1"/>
              </a:buClr>
              <a:buSzPts val="1500"/>
              <a:buFont typeface="Arial"/>
              <a:buChar char="»"/>
              <a:defRPr sz="1500"/>
            </a:lvl9pPr>
          </a:lstStyle>
          <a:p/>
        </p:txBody>
      </p:sp>
      <p:sp>
        <p:nvSpPr>
          <p:cNvPr id="57" name="Google Shape;57;p37"/>
          <p:cNvSpPr txBox="1"/>
          <p:nvPr>
            <p:ph idx="2" type="body"/>
          </p:nvPr>
        </p:nvSpPr>
        <p:spPr>
          <a:xfrm>
            <a:off x="629841" y="2057400"/>
            <a:ext cx="2949178" cy="3811588"/>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40"/>
              </a:spcBef>
              <a:spcAft>
                <a:spcPts val="0"/>
              </a:spcAft>
              <a:buClr>
                <a:schemeClr val="dk1"/>
              </a:buClr>
              <a:buSzPts val="1200"/>
              <a:buFont typeface="Arial"/>
              <a:buNone/>
              <a:defRPr sz="1200"/>
            </a:lvl1pPr>
            <a:lvl2pPr indent="-228600" lvl="1" marL="914400" algn="l">
              <a:lnSpc>
                <a:spcPct val="100000"/>
              </a:lnSpc>
              <a:spcBef>
                <a:spcPts val="210"/>
              </a:spcBef>
              <a:spcAft>
                <a:spcPts val="0"/>
              </a:spcAft>
              <a:buClr>
                <a:schemeClr val="dk1"/>
              </a:buClr>
              <a:buSzPts val="1050"/>
              <a:buFont typeface="Arial"/>
              <a:buNone/>
              <a:defRPr sz="1050"/>
            </a:lvl2pPr>
            <a:lvl3pPr indent="-228600" lvl="2" marL="1371600" algn="l">
              <a:lnSpc>
                <a:spcPct val="100000"/>
              </a:lnSpc>
              <a:spcBef>
                <a:spcPts val="180"/>
              </a:spcBef>
              <a:spcAft>
                <a:spcPts val="0"/>
              </a:spcAft>
              <a:buClr>
                <a:schemeClr val="dk1"/>
              </a:buClr>
              <a:buSzPts val="900"/>
              <a:buFont typeface="Arial"/>
              <a:buNone/>
              <a:defRPr sz="900"/>
            </a:lvl3pPr>
            <a:lvl4pPr indent="-228600" lvl="3" marL="1828800" algn="l">
              <a:lnSpc>
                <a:spcPct val="100000"/>
              </a:lnSpc>
              <a:spcBef>
                <a:spcPts val="150"/>
              </a:spcBef>
              <a:spcAft>
                <a:spcPts val="0"/>
              </a:spcAft>
              <a:buClr>
                <a:schemeClr val="dk1"/>
              </a:buClr>
              <a:buSzPts val="750"/>
              <a:buFont typeface="Arial"/>
              <a:buNone/>
              <a:defRPr sz="750"/>
            </a:lvl4pPr>
            <a:lvl5pPr indent="-228600" lvl="4" marL="2286000" algn="l">
              <a:lnSpc>
                <a:spcPct val="100000"/>
              </a:lnSpc>
              <a:spcBef>
                <a:spcPts val="150"/>
              </a:spcBef>
              <a:spcAft>
                <a:spcPts val="0"/>
              </a:spcAft>
              <a:buClr>
                <a:schemeClr val="dk1"/>
              </a:buClr>
              <a:buSzPts val="750"/>
              <a:buFont typeface="Arial"/>
              <a:buNone/>
              <a:defRPr sz="750"/>
            </a:lvl5pPr>
            <a:lvl6pPr indent="-228600" lvl="5" marL="2743200" algn="l">
              <a:lnSpc>
                <a:spcPct val="100000"/>
              </a:lnSpc>
              <a:spcBef>
                <a:spcPts val="150"/>
              </a:spcBef>
              <a:spcAft>
                <a:spcPts val="0"/>
              </a:spcAft>
              <a:buClr>
                <a:schemeClr val="dk1"/>
              </a:buClr>
              <a:buSzPts val="750"/>
              <a:buFont typeface="Arial"/>
              <a:buNone/>
              <a:defRPr sz="750"/>
            </a:lvl6pPr>
            <a:lvl7pPr indent="-228600" lvl="6" marL="3200400" algn="l">
              <a:lnSpc>
                <a:spcPct val="100000"/>
              </a:lnSpc>
              <a:spcBef>
                <a:spcPts val="150"/>
              </a:spcBef>
              <a:spcAft>
                <a:spcPts val="0"/>
              </a:spcAft>
              <a:buClr>
                <a:schemeClr val="dk1"/>
              </a:buClr>
              <a:buSzPts val="750"/>
              <a:buFont typeface="Arial"/>
              <a:buNone/>
              <a:defRPr sz="750"/>
            </a:lvl7pPr>
            <a:lvl8pPr indent="-228600" lvl="7" marL="3657600" algn="l">
              <a:lnSpc>
                <a:spcPct val="100000"/>
              </a:lnSpc>
              <a:spcBef>
                <a:spcPts val="150"/>
              </a:spcBef>
              <a:spcAft>
                <a:spcPts val="0"/>
              </a:spcAft>
              <a:buClr>
                <a:schemeClr val="dk1"/>
              </a:buClr>
              <a:buSzPts val="750"/>
              <a:buFont typeface="Arial"/>
              <a:buNone/>
              <a:defRPr sz="750"/>
            </a:lvl8pPr>
            <a:lvl9pPr indent="-228600" lvl="8" marL="4114800" algn="l">
              <a:lnSpc>
                <a:spcPct val="100000"/>
              </a:lnSpc>
              <a:spcBef>
                <a:spcPts val="150"/>
              </a:spcBef>
              <a:spcAft>
                <a:spcPts val="0"/>
              </a:spcAft>
              <a:buClr>
                <a:schemeClr val="dk1"/>
              </a:buClr>
              <a:buSzPts val="750"/>
              <a:buFont typeface="Arial"/>
              <a:buNone/>
              <a:defRPr sz="750"/>
            </a:lvl9pPr>
          </a:lstStyle>
          <a:p/>
        </p:txBody>
      </p:sp>
      <p:sp>
        <p:nvSpPr>
          <p:cNvPr id="58" name="Google Shape;58;p37"/>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7"/>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7"/>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8"/>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Clr>
                <a:schemeClr val="dk2"/>
              </a:buClr>
              <a:buSzPts val="2400"/>
              <a:buFont typeface="Arial"/>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8"/>
          <p:cNvSpPr/>
          <p:nvPr>
            <p:ph idx="2" type="pic"/>
          </p:nvPr>
        </p:nvSpPr>
        <p:spPr>
          <a:xfrm>
            <a:off x="3887391" y="987425"/>
            <a:ext cx="4629150" cy="4873625"/>
          </a:xfrm>
          <a:prstGeom prst="rect">
            <a:avLst/>
          </a:prstGeom>
          <a:noFill/>
          <a:ln>
            <a:noFill/>
          </a:ln>
        </p:spPr>
      </p:sp>
      <p:sp>
        <p:nvSpPr>
          <p:cNvPr id="64" name="Google Shape;64;p38"/>
          <p:cNvSpPr txBox="1"/>
          <p:nvPr>
            <p:ph idx="1" type="body"/>
          </p:nvPr>
        </p:nvSpPr>
        <p:spPr>
          <a:xfrm>
            <a:off x="629841" y="2057400"/>
            <a:ext cx="2949178" cy="3811588"/>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40"/>
              </a:spcBef>
              <a:spcAft>
                <a:spcPts val="0"/>
              </a:spcAft>
              <a:buClr>
                <a:schemeClr val="dk1"/>
              </a:buClr>
              <a:buSzPts val="1200"/>
              <a:buFont typeface="Arial"/>
              <a:buNone/>
              <a:defRPr sz="1200"/>
            </a:lvl1pPr>
            <a:lvl2pPr indent="-228600" lvl="1" marL="914400" algn="l">
              <a:lnSpc>
                <a:spcPct val="100000"/>
              </a:lnSpc>
              <a:spcBef>
                <a:spcPts val="210"/>
              </a:spcBef>
              <a:spcAft>
                <a:spcPts val="0"/>
              </a:spcAft>
              <a:buClr>
                <a:schemeClr val="dk1"/>
              </a:buClr>
              <a:buSzPts val="1050"/>
              <a:buFont typeface="Arial"/>
              <a:buNone/>
              <a:defRPr sz="1050"/>
            </a:lvl2pPr>
            <a:lvl3pPr indent="-228600" lvl="2" marL="1371600" algn="l">
              <a:lnSpc>
                <a:spcPct val="100000"/>
              </a:lnSpc>
              <a:spcBef>
                <a:spcPts val="180"/>
              </a:spcBef>
              <a:spcAft>
                <a:spcPts val="0"/>
              </a:spcAft>
              <a:buClr>
                <a:schemeClr val="dk1"/>
              </a:buClr>
              <a:buSzPts val="900"/>
              <a:buFont typeface="Arial"/>
              <a:buNone/>
              <a:defRPr sz="900"/>
            </a:lvl3pPr>
            <a:lvl4pPr indent="-228600" lvl="3" marL="1828800" algn="l">
              <a:lnSpc>
                <a:spcPct val="100000"/>
              </a:lnSpc>
              <a:spcBef>
                <a:spcPts val="150"/>
              </a:spcBef>
              <a:spcAft>
                <a:spcPts val="0"/>
              </a:spcAft>
              <a:buClr>
                <a:schemeClr val="dk1"/>
              </a:buClr>
              <a:buSzPts val="750"/>
              <a:buFont typeface="Arial"/>
              <a:buNone/>
              <a:defRPr sz="750"/>
            </a:lvl4pPr>
            <a:lvl5pPr indent="-228600" lvl="4" marL="2286000" algn="l">
              <a:lnSpc>
                <a:spcPct val="100000"/>
              </a:lnSpc>
              <a:spcBef>
                <a:spcPts val="150"/>
              </a:spcBef>
              <a:spcAft>
                <a:spcPts val="0"/>
              </a:spcAft>
              <a:buClr>
                <a:schemeClr val="dk1"/>
              </a:buClr>
              <a:buSzPts val="750"/>
              <a:buFont typeface="Arial"/>
              <a:buNone/>
              <a:defRPr sz="750"/>
            </a:lvl5pPr>
            <a:lvl6pPr indent="-228600" lvl="5" marL="2743200" algn="l">
              <a:lnSpc>
                <a:spcPct val="100000"/>
              </a:lnSpc>
              <a:spcBef>
                <a:spcPts val="150"/>
              </a:spcBef>
              <a:spcAft>
                <a:spcPts val="0"/>
              </a:spcAft>
              <a:buClr>
                <a:schemeClr val="dk1"/>
              </a:buClr>
              <a:buSzPts val="750"/>
              <a:buFont typeface="Arial"/>
              <a:buNone/>
              <a:defRPr sz="750"/>
            </a:lvl6pPr>
            <a:lvl7pPr indent="-228600" lvl="6" marL="3200400" algn="l">
              <a:lnSpc>
                <a:spcPct val="100000"/>
              </a:lnSpc>
              <a:spcBef>
                <a:spcPts val="150"/>
              </a:spcBef>
              <a:spcAft>
                <a:spcPts val="0"/>
              </a:spcAft>
              <a:buClr>
                <a:schemeClr val="dk1"/>
              </a:buClr>
              <a:buSzPts val="750"/>
              <a:buFont typeface="Arial"/>
              <a:buNone/>
              <a:defRPr sz="750"/>
            </a:lvl7pPr>
            <a:lvl8pPr indent="-228600" lvl="7" marL="3657600" algn="l">
              <a:lnSpc>
                <a:spcPct val="100000"/>
              </a:lnSpc>
              <a:spcBef>
                <a:spcPts val="150"/>
              </a:spcBef>
              <a:spcAft>
                <a:spcPts val="0"/>
              </a:spcAft>
              <a:buClr>
                <a:schemeClr val="dk1"/>
              </a:buClr>
              <a:buSzPts val="750"/>
              <a:buFont typeface="Arial"/>
              <a:buNone/>
              <a:defRPr sz="750"/>
            </a:lvl8pPr>
            <a:lvl9pPr indent="-228600" lvl="8" marL="4114800" algn="l">
              <a:lnSpc>
                <a:spcPct val="100000"/>
              </a:lnSpc>
              <a:spcBef>
                <a:spcPts val="150"/>
              </a:spcBef>
              <a:spcAft>
                <a:spcPts val="0"/>
              </a:spcAft>
              <a:buClr>
                <a:schemeClr val="dk1"/>
              </a:buClr>
              <a:buSzPts val="750"/>
              <a:buFont typeface="Arial"/>
              <a:buNone/>
              <a:defRPr sz="750"/>
            </a:lvl9pPr>
          </a:lstStyle>
          <a:p/>
        </p:txBody>
      </p:sp>
      <p:sp>
        <p:nvSpPr>
          <p:cNvPr id="65" name="Google Shape;65;p38"/>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8"/>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8"/>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9"/>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39"/>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9"/>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9"/>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40"/>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40"/>
          <p:cNvSpPr txBox="1"/>
          <p:nvPr>
            <p:ph idx="1" type="body"/>
          </p:nvPr>
        </p:nvSpPr>
        <p:spPr>
          <a:xfrm rot="5400000">
            <a:off x="557903" y="173935"/>
            <a:ext cx="5851525" cy="605293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40"/>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40"/>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40"/>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type="tx">
  <p:cSld name="TITLE_AND_BODY">
    <p:spTree>
      <p:nvGrpSpPr>
        <p:cNvPr id="80" name="Shape 80"/>
        <p:cNvGrpSpPr/>
        <p:nvPr/>
      </p:nvGrpSpPr>
      <p:grpSpPr>
        <a:xfrm>
          <a:off x="0" y="0"/>
          <a:ext cx="0" cy="0"/>
          <a:chOff x="0" y="0"/>
          <a:chExt cx="0" cy="0"/>
        </a:xfrm>
      </p:grpSpPr>
      <p:sp>
        <p:nvSpPr>
          <p:cNvPr id="81" name="Google Shape;81;p4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4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3" name="Google Shape;83;p41"/>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41"/>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41"/>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chemeClr val="dk2"/>
              </a:buClr>
              <a:buSzPts val="4400"/>
              <a:buFont typeface="Arial"/>
              <a:buNone/>
              <a:defRPr b="0" i="0" sz="44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8" name="Google Shape;8;p29"/>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4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 name="Google Shape;9;p29"/>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14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 name="Google Shape;10;p29"/>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1400" u="none" cap="none" strike="noStrike">
                <a:solidFill>
                  <a:schemeClr val="dk1"/>
                </a:solidFill>
                <a:latin typeface="Arial"/>
                <a:ea typeface="Arial"/>
                <a:cs typeface="Arial"/>
                <a:sym typeface="Arial"/>
              </a:defRPr>
            </a:lvl1pPr>
            <a:lvl2pPr indent="0" lvl="1" marL="0" marR="0" rtl="0" algn="r">
              <a:spcBef>
                <a:spcPts val="0"/>
              </a:spcBef>
              <a:buNone/>
              <a:defRPr b="0" i="0" sz="1400" u="none" cap="none" strike="noStrike">
                <a:solidFill>
                  <a:schemeClr val="dk1"/>
                </a:solidFill>
                <a:latin typeface="Arial"/>
                <a:ea typeface="Arial"/>
                <a:cs typeface="Arial"/>
                <a:sym typeface="Arial"/>
              </a:defRPr>
            </a:lvl2pPr>
            <a:lvl3pPr indent="0" lvl="2" marL="0" marR="0" rtl="0" algn="r">
              <a:spcBef>
                <a:spcPts val="0"/>
              </a:spcBef>
              <a:buNone/>
              <a:defRPr b="0" i="0" sz="1400" u="none" cap="none" strike="noStrike">
                <a:solidFill>
                  <a:schemeClr val="dk1"/>
                </a:solidFill>
                <a:latin typeface="Arial"/>
                <a:ea typeface="Arial"/>
                <a:cs typeface="Arial"/>
                <a:sym typeface="Arial"/>
              </a:defRPr>
            </a:lvl3pPr>
            <a:lvl4pPr indent="0" lvl="3" marL="0" marR="0" rtl="0" algn="r">
              <a:spcBef>
                <a:spcPts val="0"/>
              </a:spcBef>
              <a:buNone/>
              <a:defRPr b="0" i="0" sz="1400" u="none" cap="none" strike="noStrike">
                <a:solidFill>
                  <a:schemeClr val="dk1"/>
                </a:solidFill>
                <a:latin typeface="Arial"/>
                <a:ea typeface="Arial"/>
                <a:cs typeface="Arial"/>
                <a:sym typeface="Arial"/>
              </a:defRPr>
            </a:lvl4pPr>
            <a:lvl5pPr indent="0" lvl="4" marL="0" marR="0" rtl="0" algn="r">
              <a:spcBef>
                <a:spcPts val="0"/>
              </a:spcBef>
              <a:buNone/>
              <a:defRPr b="0" i="0" sz="1400" u="none" cap="none" strike="noStrike">
                <a:solidFill>
                  <a:schemeClr val="dk1"/>
                </a:solidFill>
                <a:latin typeface="Arial"/>
                <a:ea typeface="Arial"/>
                <a:cs typeface="Arial"/>
                <a:sym typeface="Arial"/>
              </a:defRPr>
            </a:lvl5pPr>
            <a:lvl6pPr indent="0" lvl="5" marL="0" marR="0" rtl="0" algn="r">
              <a:spcBef>
                <a:spcPts val="0"/>
              </a:spcBef>
              <a:buNone/>
              <a:defRPr b="0" i="0" sz="1400" u="none" cap="none" strike="noStrike">
                <a:solidFill>
                  <a:schemeClr val="dk1"/>
                </a:solidFill>
                <a:latin typeface="Arial"/>
                <a:ea typeface="Arial"/>
                <a:cs typeface="Arial"/>
                <a:sym typeface="Arial"/>
              </a:defRPr>
            </a:lvl6pPr>
            <a:lvl7pPr indent="0" lvl="6" marL="0" marR="0" rtl="0" algn="r">
              <a:spcBef>
                <a:spcPts val="0"/>
              </a:spcBef>
              <a:buNone/>
              <a:defRPr b="0" i="0" sz="1400" u="none" cap="none" strike="noStrike">
                <a:solidFill>
                  <a:schemeClr val="dk1"/>
                </a:solidFill>
                <a:latin typeface="Arial"/>
                <a:ea typeface="Arial"/>
                <a:cs typeface="Arial"/>
                <a:sym typeface="Arial"/>
              </a:defRPr>
            </a:lvl7pPr>
            <a:lvl8pPr indent="0" lvl="7" marL="0" marR="0" rtl="0" algn="r">
              <a:spcBef>
                <a:spcPts val="0"/>
              </a:spcBef>
              <a:buNone/>
              <a:defRPr b="0" i="0" sz="1400" u="none" cap="none" strike="noStrike">
                <a:solidFill>
                  <a:schemeClr val="dk1"/>
                </a:solidFill>
                <a:latin typeface="Arial"/>
                <a:ea typeface="Arial"/>
                <a:cs typeface="Arial"/>
                <a:sym typeface="Arial"/>
              </a:defRPr>
            </a:lvl8pPr>
            <a:lvl9pPr indent="0" lvl="8" marL="0" marR="0" rtl="0" algn="r">
              <a:spcBef>
                <a:spcPts val="0"/>
              </a:spcBef>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
          <p:cNvSpPr txBox="1"/>
          <p:nvPr>
            <p:ph type="ctrTitle"/>
          </p:nvPr>
        </p:nvSpPr>
        <p:spPr>
          <a:xfrm>
            <a:off x="685800" y="1981201"/>
            <a:ext cx="7772400" cy="1619250"/>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100000"/>
              </a:lnSpc>
              <a:spcBef>
                <a:spcPts val="0"/>
              </a:spcBef>
              <a:spcAft>
                <a:spcPts val="0"/>
              </a:spcAft>
              <a:buClr>
                <a:srgbClr val="C00000"/>
              </a:buClr>
              <a:buSzPct val="100000"/>
              <a:buFont typeface="Times New Roman"/>
              <a:buNone/>
            </a:pPr>
            <a:r>
              <a:rPr b="1" lang="en-US">
                <a:solidFill>
                  <a:srgbClr val="C00000"/>
                </a:solidFill>
                <a:latin typeface="Times New Roman"/>
                <a:ea typeface="Times New Roman"/>
                <a:cs typeface="Times New Roman"/>
                <a:sym typeface="Times New Roman"/>
              </a:rPr>
              <a:t>CEREBELLUM</a:t>
            </a:r>
            <a:br>
              <a:rPr b="1" lang="en-US">
                <a:solidFill>
                  <a:srgbClr val="C00000"/>
                </a:solidFill>
                <a:latin typeface="Times New Roman"/>
                <a:ea typeface="Times New Roman"/>
                <a:cs typeface="Times New Roman"/>
                <a:sym typeface="Times New Roman"/>
              </a:rPr>
            </a:br>
            <a:r>
              <a:rPr lang="en-US">
                <a:latin typeface="Times New Roman"/>
                <a:ea typeface="Times New Roman"/>
                <a:cs typeface="Times New Roman"/>
                <a:sym typeface="Times New Roman"/>
              </a:rPr>
              <a:t>BY</a:t>
            </a:r>
            <a:br>
              <a:rPr lang="en-US">
                <a:latin typeface="Times New Roman"/>
                <a:ea typeface="Times New Roman"/>
                <a:cs typeface="Times New Roman"/>
                <a:sym typeface="Times New Roman"/>
              </a:rPr>
            </a:br>
            <a:endParaRPr>
              <a:latin typeface="Times New Roman"/>
              <a:ea typeface="Times New Roman"/>
              <a:cs typeface="Times New Roman"/>
              <a:sym typeface="Times New Roman"/>
            </a:endParaRPr>
          </a:p>
        </p:txBody>
      </p:sp>
      <p:sp>
        <p:nvSpPr>
          <p:cNvPr id="91" name="Google Shape;91;p1"/>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dk1"/>
              </a:buClr>
              <a:buSzPts val="1800"/>
              <a:buFont typeface="Times New Roman"/>
              <a:buNone/>
            </a:pPr>
            <a:r>
              <a:rPr lang="en-US">
                <a:latin typeface="Times New Roman"/>
                <a:ea typeface="Times New Roman"/>
                <a:cs typeface="Times New Roman"/>
                <a:sym typeface="Times New Roman"/>
              </a:rPr>
              <a:t>F.O. IGELIGE </a:t>
            </a:r>
            <a:endParaRPr>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
          <p:cNvSpPr txBox="1"/>
          <p:nvPr>
            <p:ph idx="1" type="body"/>
          </p:nvPr>
        </p:nvSpPr>
        <p:spPr>
          <a:xfrm>
            <a:off x="76200" y="1481328"/>
            <a:ext cx="8991600" cy="545287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The cerebellum is primarily a movement control center, it computes information about intended movements through </a:t>
            </a:r>
            <a:r>
              <a:rPr b="1" lang="en-US" sz="2400">
                <a:latin typeface="Times New Roman"/>
                <a:ea typeface="Times New Roman"/>
                <a:cs typeface="Times New Roman"/>
                <a:sym typeface="Times New Roman"/>
              </a:rPr>
              <a:t>cerebro-pontocerebellar fibers,</a:t>
            </a:r>
            <a:r>
              <a:rPr lang="en-US" sz="2400">
                <a:latin typeface="Times New Roman"/>
                <a:ea typeface="Times New Roman"/>
                <a:cs typeface="Times New Roman"/>
                <a:sym typeface="Times New Roman"/>
              </a:rPr>
              <a:t> and also receives information about the performed movements through </a:t>
            </a:r>
            <a:r>
              <a:rPr b="1" lang="en-US" sz="2400">
                <a:latin typeface="Times New Roman"/>
                <a:ea typeface="Times New Roman"/>
                <a:cs typeface="Times New Roman"/>
                <a:sym typeface="Times New Roman"/>
              </a:rPr>
              <a:t>spinocerebellar tract</a:t>
            </a:r>
            <a:r>
              <a:rPr lang="en-US" sz="2400">
                <a:latin typeface="Times New Roman"/>
                <a:ea typeface="Times New Roman"/>
                <a:cs typeface="Times New Roman"/>
                <a:sym typeface="Times New Roman"/>
              </a:rPr>
              <a:t>, mainly, if movements fail to meet expectations, it sends corrective impulses to the brain to maintain adequate movement and balance.</a:t>
            </a:r>
            <a:endParaRPr sz="2400">
              <a:latin typeface="Times New Roman"/>
              <a:ea typeface="Times New Roman"/>
              <a:cs typeface="Times New Roman"/>
              <a:sym typeface="Times New Roman"/>
            </a:endParaRPr>
          </a:p>
          <a:p>
            <a:pPr indent="-190500" lvl="0" marL="342900" rtl="0" algn="l">
              <a:lnSpc>
                <a:spcPct val="100000"/>
              </a:lnSpc>
              <a:spcBef>
                <a:spcPts val="480"/>
              </a:spcBef>
              <a:spcAft>
                <a:spcPts val="0"/>
              </a:spcAft>
              <a:buClr>
                <a:schemeClr val="dk1"/>
              </a:buClr>
              <a:buSzPts val="2400"/>
              <a:buFont typeface="Arial"/>
              <a:buNone/>
            </a:pPr>
            <a:r>
              <a:t/>
            </a:r>
            <a:endParaRPr sz="2400">
              <a:latin typeface="Times New Roman"/>
              <a:ea typeface="Times New Roman"/>
              <a:cs typeface="Times New Roman"/>
              <a:sym typeface="Times New Roman"/>
            </a:endParaRPr>
          </a:p>
          <a:p>
            <a:pPr indent="-342900" lvl="0" marL="342900" rtl="0" algn="l">
              <a:lnSpc>
                <a:spcPct val="100000"/>
              </a:lnSpc>
              <a:spcBef>
                <a:spcPts val="48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In contrast to cerebral hemispheres, the right side of the cerebellum is concerned with movements of right side of the body, and the left side of the cerebellum is concerned with movements of left side of the body.</a:t>
            </a:r>
            <a:endParaRPr sz="2400">
              <a:latin typeface="Times New Roman"/>
              <a:ea typeface="Times New Roman"/>
              <a:cs typeface="Times New Roman"/>
              <a:sym typeface="Times New Roman"/>
            </a:endParaRPr>
          </a:p>
        </p:txBody>
      </p:sp>
      <p:sp>
        <p:nvSpPr>
          <p:cNvPr id="97" name="Google Shape;97;p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C00000"/>
              </a:buClr>
              <a:buSzPts val="4400"/>
              <a:buFont typeface="Times New Roman"/>
              <a:buNone/>
            </a:pPr>
            <a:r>
              <a:rPr b="1" lang="en-US" sz="4400">
                <a:solidFill>
                  <a:srgbClr val="C00000"/>
                </a:solidFill>
                <a:latin typeface="Times New Roman"/>
                <a:ea typeface="Times New Roman"/>
                <a:cs typeface="Times New Roman"/>
                <a:sym typeface="Times New Roman"/>
              </a:rPr>
              <a:t>INTRODUCTION</a:t>
            </a:r>
            <a:endParaRPr sz="4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pic>
        <p:nvPicPr>
          <p:cNvPr id="102" name="Google Shape;102;p3"/>
          <p:cNvPicPr preferRelativeResize="0"/>
          <p:nvPr>
            <p:ph idx="1" type="body"/>
          </p:nvPr>
        </p:nvPicPr>
        <p:blipFill rotWithShape="1">
          <a:blip r:embed="rId3">
            <a:alphaModFix/>
          </a:blip>
          <a:srcRect b="0" l="0" r="0" t="0"/>
          <a:stretch/>
        </p:blipFill>
        <p:spPr>
          <a:xfrm>
            <a:off x="6400800" y="2133600"/>
            <a:ext cx="2743200" cy="1996440"/>
          </a:xfrm>
          <a:prstGeom prst="rect">
            <a:avLst/>
          </a:prstGeom>
          <a:noFill/>
          <a:ln>
            <a:noFill/>
          </a:ln>
        </p:spPr>
      </p:pic>
      <p:sp>
        <p:nvSpPr>
          <p:cNvPr id="103" name="Google Shape;103;p3"/>
          <p:cNvSpPr txBox="1"/>
          <p:nvPr>
            <p:ph type="title"/>
          </p:nvPr>
        </p:nvSpPr>
        <p:spPr>
          <a:xfrm>
            <a:off x="152400" y="-7776"/>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C00000"/>
              </a:buClr>
              <a:buSzPts val="4400"/>
              <a:buFont typeface="Times New Roman"/>
              <a:buNone/>
            </a:pPr>
            <a:r>
              <a:rPr b="1" lang="en-US" sz="4400">
                <a:solidFill>
                  <a:srgbClr val="C00000"/>
                </a:solidFill>
                <a:latin typeface="Times New Roman"/>
                <a:ea typeface="Times New Roman"/>
                <a:cs typeface="Times New Roman"/>
                <a:sym typeface="Times New Roman"/>
              </a:rPr>
              <a:t>INTRODUCTION</a:t>
            </a:r>
            <a:endParaRPr b="1" sz="4400">
              <a:solidFill>
                <a:srgbClr val="C00000"/>
              </a:solidFill>
              <a:latin typeface="Times New Roman"/>
              <a:ea typeface="Times New Roman"/>
              <a:cs typeface="Times New Roman"/>
              <a:sym typeface="Times New Roman"/>
            </a:endParaRPr>
          </a:p>
        </p:txBody>
      </p:sp>
      <p:sp>
        <p:nvSpPr>
          <p:cNvPr id="104" name="Google Shape;104;p3"/>
          <p:cNvSpPr/>
          <p:nvPr/>
        </p:nvSpPr>
        <p:spPr>
          <a:xfrm>
            <a:off x="228600" y="990600"/>
            <a:ext cx="5791200" cy="600164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3200" u="none" cap="none" strike="noStrike">
                <a:solidFill>
                  <a:schemeClr val="dk1"/>
                </a:solidFill>
                <a:latin typeface="Times New Roman"/>
                <a:ea typeface="Times New Roman"/>
                <a:cs typeface="Times New Roman"/>
                <a:sym typeface="Times New Roman"/>
              </a:rPr>
              <a:t>Latin for </a:t>
            </a:r>
            <a:r>
              <a:rPr b="0" i="1" lang="en-US" sz="3200" u="none" cap="none" strike="noStrike">
                <a:solidFill>
                  <a:schemeClr val="dk1"/>
                </a:solidFill>
                <a:latin typeface="Times New Roman"/>
                <a:ea typeface="Times New Roman"/>
                <a:cs typeface="Times New Roman"/>
                <a:sym typeface="Times New Roman"/>
              </a:rPr>
              <a:t>‘little brain’</a:t>
            </a:r>
            <a:endParaRPr i="1" sz="3200">
              <a:solidFill>
                <a:schemeClr val="dk1"/>
              </a:solidFill>
              <a:latin typeface="Times New Roman"/>
              <a:ea typeface="Times New Roman"/>
              <a:cs typeface="Times New Roman"/>
              <a:sym typeface="Times New Roman"/>
            </a:endParaRPr>
          </a:p>
          <a:p>
            <a:pPr indent="-457200" lvl="0" marL="457200" marR="0" rtl="0" algn="l">
              <a:spcBef>
                <a:spcPts val="0"/>
              </a:spcBef>
              <a:spcAft>
                <a:spcPts val="0"/>
              </a:spcAft>
              <a:buClr>
                <a:schemeClr val="dk1"/>
              </a:buClr>
              <a:buSzPts val="3200"/>
              <a:buFont typeface="Arial"/>
              <a:buChar char="•"/>
            </a:pPr>
            <a:r>
              <a:rPr lang="en-US" sz="3200">
                <a:solidFill>
                  <a:schemeClr val="dk1"/>
                </a:solidFill>
                <a:latin typeface="Times New Roman"/>
                <a:ea typeface="Times New Roman"/>
                <a:cs typeface="Times New Roman"/>
                <a:sym typeface="Times New Roman"/>
              </a:rPr>
              <a:t>Largest part of hindbrain</a:t>
            </a:r>
            <a:endParaRPr sz="3200">
              <a:solidFill>
                <a:schemeClr val="dk1"/>
              </a:solidFill>
              <a:latin typeface="Times New Roman"/>
              <a:ea typeface="Times New Roman"/>
              <a:cs typeface="Times New Roman"/>
              <a:sym typeface="Times New Roman"/>
            </a:endParaRPr>
          </a:p>
          <a:p>
            <a:pPr indent="-254000" lvl="0" marL="457200" marR="0" rtl="0" algn="l">
              <a:spcBef>
                <a:spcPts val="0"/>
              </a:spcBef>
              <a:spcAft>
                <a:spcPts val="0"/>
              </a:spcAft>
              <a:buClr>
                <a:schemeClr val="dk1"/>
              </a:buClr>
              <a:buSzPts val="3200"/>
              <a:buFont typeface="Arial"/>
              <a:buNone/>
            </a:pPr>
            <a:r>
              <a:t/>
            </a:r>
            <a:endParaRPr sz="32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3200">
                <a:solidFill>
                  <a:schemeClr val="dk1"/>
                </a:solidFill>
                <a:latin typeface="Times New Roman"/>
                <a:ea typeface="Times New Roman"/>
                <a:cs typeface="Times New Roman"/>
                <a:sym typeface="Times New Roman"/>
              </a:rPr>
              <a:t>• Occupies most of posterior</a:t>
            </a:r>
            <a:endParaRPr sz="32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3200">
                <a:solidFill>
                  <a:schemeClr val="dk1"/>
                </a:solidFill>
                <a:latin typeface="Times New Roman"/>
                <a:ea typeface="Times New Roman"/>
                <a:cs typeface="Times New Roman"/>
                <a:sym typeface="Times New Roman"/>
              </a:rPr>
              <a:t>	cranial fossa</a:t>
            </a:r>
            <a:endParaRPr sz="32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32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3200">
                <a:solidFill>
                  <a:schemeClr val="dk1"/>
                </a:solidFill>
                <a:latin typeface="Times New Roman"/>
                <a:ea typeface="Times New Roman"/>
                <a:cs typeface="Times New Roman"/>
                <a:sym typeface="Times New Roman"/>
              </a:rPr>
              <a:t>• Lies behind pons &amp; medulla</a:t>
            </a:r>
            <a:endParaRPr sz="32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3200">
                <a:solidFill>
                  <a:schemeClr val="dk1"/>
                </a:solidFill>
                <a:latin typeface="Times New Roman"/>
                <a:ea typeface="Times New Roman"/>
                <a:cs typeface="Times New Roman"/>
                <a:sym typeface="Times New Roman"/>
              </a:rPr>
              <a:t>– forming roof of 4th ventricle</a:t>
            </a:r>
            <a:endParaRPr sz="32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32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3200">
                <a:solidFill>
                  <a:schemeClr val="dk1"/>
                </a:solidFill>
                <a:latin typeface="Times New Roman"/>
                <a:ea typeface="Times New Roman"/>
                <a:cs typeface="Times New Roman"/>
                <a:sym typeface="Times New Roman"/>
              </a:rPr>
              <a:t>• Separated from posterior part of cerebrum</a:t>
            </a:r>
            <a:endParaRPr sz="32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3200">
                <a:solidFill>
                  <a:schemeClr val="dk1"/>
                </a:solidFill>
                <a:latin typeface="Times New Roman"/>
                <a:ea typeface="Times New Roman"/>
                <a:cs typeface="Times New Roman"/>
                <a:sym typeface="Times New Roman"/>
              </a:rPr>
              <a:t>– by tentorium cerebelli</a:t>
            </a:r>
            <a:endParaRPr sz="3200">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id="109" name="Google Shape;109;p4"/>
          <p:cNvPicPr preferRelativeResize="0"/>
          <p:nvPr/>
        </p:nvPicPr>
        <p:blipFill rotWithShape="1">
          <a:blip r:embed="rId3">
            <a:alphaModFix/>
          </a:blip>
          <a:srcRect b="0" l="0" r="0" t="0"/>
          <a:stretch/>
        </p:blipFill>
        <p:spPr>
          <a:xfrm>
            <a:off x="670560" y="-635"/>
            <a:ext cx="8370570" cy="635571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pic>
        <p:nvPicPr>
          <p:cNvPr id="114" name="Google Shape;114;p5"/>
          <p:cNvPicPr preferRelativeResize="0"/>
          <p:nvPr/>
        </p:nvPicPr>
        <p:blipFill rotWithShape="1">
          <a:blip r:embed="rId3">
            <a:alphaModFix/>
          </a:blip>
          <a:srcRect b="0" l="0" r="0" t="0"/>
          <a:stretch/>
        </p:blipFill>
        <p:spPr>
          <a:xfrm>
            <a:off x="135890" y="-57785"/>
            <a:ext cx="9076690" cy="679386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p6"/>
          <p:cNvPicPr preferRelativeResize="0"/>
          <p:nvPr/>
        </p:nvPicPr>
        <p:blipFill rotWithShape="1">
          <a:blip r:embed="rId3">
            <a:alphaModFix/>
          </a:blip>
          <a:srcRect b="0" l="0" r="0" t="0"/>
          <a:stretch/>
        </p:blipFill>
        <p:spPr>
          <a:xfrm>
            <a:off x="670560" y="502920"/>
            <a:ext cx="8227695" cy="585216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7"/>
          <p:cNvPicPr preferRelativeResize="0"/>
          <p:nvPr/>
        </p:nvPicPr>
        <p:blipFill rotWithShape="1">
          <a:blip r:embed="rId3">
            <a:alphaModFix/>
          </a:blip>
          <a:srcRect b="0" l="0" r="0" t="0"/>
          <a:stretch/>
        </p:blipFill>
        <p:spPr>
          <a:xfrm>
            <a:off x="0" y="-34290"/>
            <a:ext cx="9171940" cy="689229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pic>
        <p:nvPicPr>
          <p:cNvPr id="129" name="Google Shape;129;p8"/>
          <p:cNvPicPr preferRelativeResize="0"/>
          <p:nvPr/>
        </p:nvPicPr>
        <p:blipFill rotWithShape="1">
          <a:blip r:embed="rId3">
            <a:alphaModFix/>
          </a:blip>
          <a:srcRect b="0" l="0" r="0" t="0"/>
          <a:stretch/>
        </p:blipFill>
        <p:spPr>
          <a:xfrm>
            <a:off x="50800" y="18415"/>
            <a:ext cx="9123680" cy="676465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pic>
        <p:nvPicPr>
          <p:cNvPr id="134" name="Google Shape;134;p9"/>
          <p:cNvPicPr preferRelativeResize="0"/>
          <p:nvPr/>
        </p:nvPicPr>
        <p:blipFill rotWithShape="1">
          <a:blip r:embed="rId3">
            <a:alphaModFix/>
          </a:blip>
          <a:srcRect b="0" l="0" r="0" t="0"/>
          <a:stretch/>
        </p:blipFill>
        <p:spPr>
          <a:xfrm>
            <a:off x="78740" y="108585"/>
            <a:ext cx="8911590" cy="672719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pic>
        <p:nvPicPr>
          <p:cNvPr id="139" name="Google Shape;139;p10"/>
          <p:cNvPicPr preferRelativeResize="0"/>
          <p:nvPr/>
        </p:nvPicPr>
        <p:blipFill rotWithShape="1">
          <a:blip r:embed="rId3">
            <a:alphaModFix/>
          </a:blip>
          <a:srcRect b="0" l="0" r="0" t="0"/>
          <a:stretch/>
        </p:blipFill>
        <p:spPr>
          <a:xfrm>
            <a:off x="-48260" y="56515"/>
            <a:ext cx="9060815" cy="676465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pic>
        <p:nvPicPr>
          <p:cNvPr id="144" name="Google Shape;144;p11"/>
          <p:cNvPicPr preferRelativeResize="0"/>
          <p:nvPr/>
        </p:nvPicPr>
        <p:blipFill rotWithShape="1">
          <a:blip r:embed="rId3">
            <a:alphaModFix/>
          </a:blip>
          <a:srcRect b="0" l="0" r="0" t="0"/>
          <a:stretch/>
        </p:blipFill>
        <p:spPr>
          <a:xfrm>
            <a:off x="75565" y="104140"/>
            <a:ext cx="8984615" cy="625094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pic>
        <p:nvPicPr>
          <p:cNvPr id="149" name="Google Shape;149;p12"/>
          <p:cNvPicPr preferRelativeResize="0"/>
          <p:nvPr/>
        </p:nvPicPr>
        <p:blipFill rotWithShape="1">
          <a:blip r:embed="rId3">
            <a:alphaModFix/>
          </a:blip>
          <a:srcRect b="0" l="0" r="0" t="0"/>
          <a:stretch/>
        </p:blipFill>
        <p:spPr>
          <a:xfrm>
            <a:off x="27305" y="66675"/>
            <a:ext cx="9116695" cy="679069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pic>
        <p:nvPicPr>
          <p:cNvPr id="154" name="Google Shape;154;p13"/>
          <p:cNvPicPr preferRelativeResize="0"/>
          <p:nvPr/>
        </p:nvPicPr>
        <p:blipFill rotWithShape="1">
          <a:blip r:embed="rId3">
            <a:alphaModFix/>
          </a:blip>
          <a:srcRect b="0" l="0" r="0" t="0"/>
          <a:stretch/>
        </p:blipFill>
        <p:spPr>
          <a:xfrm>
            <a:off x="113665" y="66675"/>
            <a:ext cx="9030335" cy="676402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pic>
        <p:nvPicPr>
          <p:cNvPr id="159" name="Google Shape;159;p14"/>
          <p:cNvPicPr preferRelativeResize="0"/>
          <p:nvPr/>
        </p:nvPicPr>
        <p:blipFill rotWithShape="1">
          <a:blip r:embed="rId3">
            <a:alphaModFix/>
          </a:blip>
          <a:srcRect b="0" l="0" r="0" t="0"/>
          <a:stretch/>
        </p:blipFill>
        <p:spPr>
          <a:xfrm>
            <a:off x="27305" y="-635"/>
            <a:ext cx="9061450" cy="67087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id="164" name="Google Shape;164;p15"/>
          <p:cNvPicPr preferRelativeResize="0"/>
          <p:nvPr/>
        </p:nvPicPr>
        <p:blipFill rotWithShape="1">
          <a:blip r:embed="rId3">
            <a:alphaModFix/>
          </a:blip>
          <a:srcRect b="0" l="0" r="0" t="0"/>
          <a:stretch/>
        </p:blipFill>
        <p:spPr>
          <a:xfrm>
            <a:off x="75565" y="66675"/>
            <a:ext cx="9032240" cy="667829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pic>
        <p:nvPicPr>
          <p:cNvPr id="169" name="Google Shape;169;p16"/>
          <p:cNvPicPr preferRelativeResize="0"/>
          <p:nvPr/>
        </p:nvPicPr>
        <p:blipFill rotWithShape="1">
          <a:blip r:embed="rId3">
            <a:alphaModFix/>
          </a:blip>
          <a:srcRect b="0" l="0" r="0" t="0"/>
          <a:stretch/>
        </p:blipFill>
        <p:spPr>
          <a:xfrm>
            <a:off x="11430" y="4445"/>
            <a:ext cx="8978901" cy="683133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pic>
        <p:nvPicPr>
          <p:cNvPr id="174" name="Google Shape;174;p17"/>
          <p:cNvPicPr preferRelativeResize="0"/>
          <p:nvPr/>
        </p:nvPicPr>
        <p:blipFill rotWithShape="1">
          <a:blip r:embed="rId3">
            <a:alphaModFix/>
          </a:blip>
          <a:srcRect b="0" l="0" r="0" t="0"/>
          <a:stretch/>
        </p:blipFill>
        <p:spPr>
          <a:xfrm>
            <a:off x="78105" y="60960"/>
            <a:ext cx="8816975" cy="68230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pic>
        <p:nvPicPr>
          <p:cNvPr id="179" name="Google Shape;179;p18"/>
          <p:cNvPicPr preferRelativeResize="0"/>
          <p:nvPr/>
        </p:nvPicPr>
        <p:blipFill rotWithShape="1">
          <a:blip r:embed="rId3">
            <a:alphaModFix/>
          </a:blip>
          <a:srcRect b="0" l="0" r="0" t="0"/>
          <a:stretch/>
        </p:blipFill>
        <p:spPr>
          <a:xfrm>
            <a:off x="66040" y="0"/>
            <a:ext cx="9051290" cy="6858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pic>
        <p:nvPicPr>
          <p:cNvPr id="184" name="Google Shape;184;p19"/>
          <p:cNvPicPr preferRelativeResize="0"/>
          <p:nvPr/>
        </p:nvPicPr>
        <p:blipFill rotWithShape="1">
          <a:blip r:embed="rId3">
            <a:alphaModFix/>
          </a:blip>
          <a:srcRect b="0" l="0" r="0" t="0"/>
          <a:stretch/>
        </p:blipFill>
        <p:spPr>
          <a:xfrm>
            <a:off x="635" y="-19050"/>
            <a:ext cx="9145270" cy="670750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pic>
        <p:nvPicPr>
          <p:cNvPr id="189" name="Google Shape;189;p20"/>
          <p:cNvPicPr preferRelativeResize="0"/>
          <p:nvPr/>
        </p:nvPicPr>
        <p:blipFill rotWithShape="1">
          <a:blip r:embed="rId3">
            <a:alphaModFix/>
          </a:blip>
          <a:srcRect b="0" l="0" r="0" t="0"/>
          <a:stretch/>
        </p:blipFill>
        <p:spPr>
          <a:xfrm>
            <a:off x="-635" y="-635"/>
            <a:ext cx="9108440" cy="66897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pic>
        <p:nvPicPr>
          <p:cNvPr id="194" name="Google Shape;194;p21"/>
          <p:cNvPicPr preferRelativeResize="0"/>
          <p:nvPr/>
        </p:nvPicPr>
        <p:blipFill rotWithShape="1">
          <a:blip r:embed="rId3">
            <a:alphaModFix/>
          </a:blip>
          <a:srcRect b="0" l="0" r="0" t="0"/>
          <a:stretch/>
        </p:blipFill>
        <p:spPr>
          <a:xfrm>
            <a:off x="635" y="-19050"/>
            <a:ext cx="9164320" cy="677481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pic>
        <p:nvPicPr>
          <p:cNvPr id="199" name="Google Shape;199;p22"/>
          <p:cNvPicPr preferRelativeResize="0"/>
          <p:nvPr>
            <p:ph idx="1" type="body"/>
          </p:nvPr>
        </p:nvPicPr>
        <p:blipFill rotWithShape="1">
          <a:blip r:embed="rId3">
            <a:alphaModFix/>
          </a:blip>
          <a:srcRect b="0" l="0" r="0" t="0"/>
          <a:stretch/>
        </p:blipFill>
        <p:spPr>
          <a:xfrm>
            <a:off x="5715000" y="304800"/>
            <a:ext cx="3429000" cy="4724400"/>
          </a:xfrm>
          <a:prstGeom prst="rect">
            <a:avLst/>
          </a:prstGeom>
          <a:noFill/>
          <a:ln>
            <a:noFill/>
          </a:ln>
        </p:spPr>
      </p:pic>
      <p:sp>
        <p:nvSpPr>
          <p:cNvPr id="200" name="Google Shape;200;p22"/>
          <p:cNvSpPr txBox="1"/>
          <p:nvPr>
            <p:ph type="title"/>
          </p:nvPr>
        </p:nvSpPr>
        <p:spPr>
          <a:xfrm>
            <a:off x="152400" y="0"/>
            <a:ext cx="522605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C00000"/>
              </a:buClr>
              <a:buSzPts val="4400"/>
              <a:buFont typeface="Times New Roman"/>
              <a:buNone/>
            </a:pPr>
            <a:r>
              <a:rPr b="1" lang="en-US" sz="4400">
                <a:solidFill>
                  <a:srgbClr val="C00000"/>
                </a:solidFill>
                <a:latin typeface="Times New Roman"/>
                <a:ea typeface="Times New Roman"/>
                <a:cs typeface="Times New Roman"/>
                <a:sym typeface="Times New Roman"/>
              </a:rPr>
              <a:t>External features</a:t>
            </a:r>
            <a:endParaRPr sz="4400">
              <a:solidFill>
                <a:srgbClr val="C00000"/>
              </a:solidFill>
              <a:latin typeface="Times New Roman"/>
              <a:ea typeface="Times New Roman"/>
              <a:cs typeface="Times New Roman"/>
              <a:sym typeface="Times New Roman"/>
            </a:endParaRPr>
          </a:p>
        </p:txBody>
      </p:sp>
      <p:sp>
        <p:nvSpPr>
          <p:cNvPr id="201" name="Google Shape;201;p22"/>
          <p:cNvSpPr/>
          <p:nvPr/>
        </p:nvSpPr>
        <p:spPr>
          <a:xfrm>
            <a:off x="228600" y="1066800"/>
            <a:ext cx="5410200" cy="5262979"/>
          </a:xfrm>
          <a:prstGeom prst="rect">
            <a:avLst/>
          </a:prstGeom>
          <a:noFill/>
          <a:ln>
            <a:noFill/>
          </a:ln>
        </p:spPr>
        <p:txBody>
          <a:bodyPr anchorCtr="0" anchor="t" bIns="45700" lIns="91425" spcFirstLastPara="1" rIns="91425" wrap="square" tIns="45700">
            <a:spAutoFit/>
          </a:bodyPr>
          <a:lstStyle/>
          <a:p>
            <a:pPr indent="-177800" lvl="0" marL="0" marR="0" rtl="0" algn="l">
              <a:spcBef>
                <a:spcPts val="0"/>
              </a:spcBef>
              <a:spcAft>
                <a:spcPts val="0"/>
              </a:spcAft>
              <a:buClr>
                <a:schemeClr val="dk1"/>
              </a:buClr>
              <a:buSzPts val="2800"/>
              <a:buFont typeface="Noto Sans Symbols"/>
              <a:buChar char="⮚"/>
            </a:pPr>
            <a:r>
              <a:rPr lang="en-US" sz="2800">
                <a:solidFill>
                  <a:schemeClr val="dk1"/>
                </a:solidFill>
                <a:latin typeface="Times New Roman"/>
                <a:ea typeface="Times New Roman"/>
                <a:cs typeface="Times New Roman"/>
                <a:sym typeface="Times New Roman"/>
              </a:rPr>
              <a:t>Two cerebellar hemispheres .</a:t>
            </a:r>
            <a:endParaRPr sz="2800">
              <a:solidFill>
                <a:schemeClr val="dk1"/>
              </a:solidFill>
              <a:latin typeface="Times New Roman"/>
              <a:ea typeface="Times New Roman"/>
              <a:cs typeface="Times New Roman"/>
              <a:sym typeface="Times New Roman"/>
            </a:endParaRPr>
          </a:p>
          <a:p>
            <a:pPr indent="-177800" lvl="0" marL="0" marR="0" rtl="0" algn="l">
              <a:spcBef>
                <a:spcPts val="0"/>
              </a:spcBef>
              <a:spcAft>
                <a:spcPts val="0"/>
              </a:spcAft>
              <a:buClr>
                <a:schemeClr val="dk1"/>
              </a:buClr>
              <a:buSzPts val="2800"/>
              <a:buFont typeface="Noto Sans Symbols"/>
              <a:buChar char="⮚"/>
            </a:pPr>
            <a:r>
              <a:rPr lang="en-US" sz="2800">
                <a:solidFill>
                  <a:schemeClr val="dk1"/>
                </a:solidFill>
                <a:latin typeface="Times New Roman"/>
                <a:ea typeface="Times New Roman"/>
                <a:cs typeface="Times New Roman"/>
                <a:sym typeface="Times New Roman"/>
              </a:rPr>
              <a:t> Median vermis.</a:t>
            </a:r>
            <a:endParaRPr sz="2800">
              <a:solidFill>
                <a:schemeClr val="dk1"/>
              </a:solidFill>
              <a:latin typeface="Times New Roman"/>
              <a:ea typeface="Times New Roman"/>
              <a:cs typeface="Times New Roman"/>
              <a:sym typeface="Times New Roman"/>
            </a:endParaRPr>
          </a:p>
          <a:p>
            <a:pPr indent="-177800" lvl="0" marL="0" marR="0" rtl="0" algn="l">
              <a:spcBef>
                <a:spcPts val="0"/>
              </a:spcBef>
              <a:spcAft>
                <a:spcPts val="0"/>
              </a:spcAft>
              <a:buClr>
                <a:schemeClr val="dk1"/>
              </a:buClr>
              <a:buSzPts val="2800"/>
              <a:buFont typeface="Noto Sans Symbols"/>
              <a:buChar char="⮚"/>
            </a:pPr>
            <a:r>
              <a:rPr lang="en-US" sz="2800">
                <a:solidFill>
                  <a:schemeClr val="dk1"/>
                </a:solidFill>
                <a:latin typeface="Times New Roman"/>
                <a:ea typeface="Times New Roman"/>
                <a:cs typeface="Times New Roman"/>
                <a:sym typeface="Times New Roman"/>
              </a:rPr>
              <a:t>Two surfaces -superior and</a:t>
            </a:r>
            <a:endParaRPr sz="2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inferior</a:t>
            </a:r>
            <a:endParaRPr sz="2800">
              <a:solidFill>
                <a:schemeClr val="dk1"/>
              </a:solidFill>
              <a:latin typeface="Times New Roman"/>
              <a:ea typeface="Times New Roman"/>
              <a:cs typeface="Times New Roman"/>
              <a:sym typeface="Times New Roman"/>
            </a:endParaRPr>
          </a:p>
          <a:p>
            <a:pPr indent="-177800" lvl="0" marL="0" marR="0" rtl="0" algn="l">
              <a:spcBef>
                <a:spcPts val="0"/>
              </a:spcBef>
              <a:spcAft>
                <a:spcPts val="0"/>
              </a:spcAft>
              <a:buClr>
                <a:schemeClr val="dk1"/>
              </a:buClr>
              <a:buSzPts val="2800"/>
              <a:buFont typeface="Noto Sans Symbols"/>
              <a:buChar char="⮚"/>
            </a:pPr>
            <a:r>
              <a:rPr lang="en-US" sz="2800">
                <a:solidFill>
                  <a:schemeClr val="dk1"/>
                </a:solidFill>
                <a:latin typeface="Times New Roman"/>
                <a:ea typeface="Times New Roman"/>
                <a:cs typeface="Times New Roman"/>
                <a:sym typeface="Times New Roman"/>
              </a:rPr>
              <a:t>3 fissures:</a:t>
            </a:r>
            <a:endParaRPr sz="2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 fissura prima,</a:t>
            </a:r>
            <a:endParaRPr sz="2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 horizontal fissure and</a:t>
            </a:r>
            <a:endParaRPr sz="2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 posterolateral fissure</a:t>
            </a:r>
            <a:endParaRPr sz="2800">
              <a:solidFill>
                <a:schemeClr val="dk1"/>
              </a:solidFill>
              <a:latin typeface="Times New Roman"/>
              <a:ea typeface="Times New Roman"/>
              <a:cs typeface="Times New Roman"/>
              <a:sym typeface="Times New Roman"/>
            </a:endParaRPr>
          </a:p>
          <a:p>
            <a:pPr indent="-177800" lvl="0" marL="0" marR="0" rtl="0" algn="l">
              <a:spcBef>
                <a:spcPts val="0"/>
              </a:spcBef>
              <a:spcAft>
                <a:spcPts val="0"/>
              </a:spcAft>
              <a:buClr>
                <a:schemeClr val="dk1"/>
              </a:buClr>
              <a:buSzPts val="2800"/>
              <a:buFont typeface="Noto Sans Symbols"/>
              <a:buChar char="⮚"/>
            </a:pPr>
            <a:r>
              <a:rPr lang="en-US" sz="2800">
                <a:solidFill>
                  <a:schemeClr val="dk1"/>
                </a:solidFill>
                <a:latin typeface="Times New Roman"/>
                <a:ea typeface="Times New Roman"/>
                <a:cs typeface="Times New Roman"/>
                <a:sym typeface="Times New Roman"/>
              </a:rPr>
              <a:t> 3 lobes in each hemisphere</a:t>
            </a:r>
            <a:endParaRPr sz="2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 anterior ,</a:t>
            </a:r>
            <a:endParaRPr sz="2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 posterior and</a:t>
            </a:r>
            <a:endParaRPr sz="2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 flocculonodular.</a:t>
            </a:r>
            <a:endParaRPr sz="2800">
              <a:solidFill>
                <a:schemeClr val="dk1"/>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3"/>
          <p:cNvSpPr txBox="1"/>
          <p:nvPr>
            <p:ph idx="1" type="body"/>
          </p:nvPr>
        </p:nvSpPr>
        <p:spPr>
          <a:xfrm>
            <a:off x="381000" y="914400"/>
            <a:ext cx="4191000" cy="4525963"/>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Times New Roman"/>
              <a:buChar char="•"/>
            </a:pPr>
            <a:r>
              <a:rPr lang="en-US" sz="2800">
                <a:latin typeface="Times New Roman"/>
                <a:ea typeface="Times New Roman"/>
                <a:cs typeface="Times New Roman"/>
                <a:sym typeface="Times New Roman"/>
              </a:rPr>
              <a:t>Outer gray matter called cerebralcortex, extensivly folded forming folia</a:t>
            </a:r>
            <a:endParaRPr sz="2800">
              <a:latin typeface="Times New Roman"/>
              <a:ea typeface="Times New Roman"/>
              <a:cs typeface="Times New Roman"/>
              <a:sym typeface="Times New Roman"/>
            </a:endParaRPr>
          </a:p>
          <a:p>
            <a:pPr indent="-342900" lvl="0" marL="342900" rtl="0" algn="l">
              <a:lnSpc>
                <a:spcPct val="100000"/>
              </a:lnSpc>
              <a:spcBef>
                <a:spcPts val="560"/>
              </a:spcBef>
              <a:spcAft>
                <a:spcPts val="0"/>
              </a:spcAft>
              <a:buClr>
                <a:schemeClr val="dk1"/>
              </a:buClr>
              <a:buSzPts val="2800"/>
              <a:buFont typeface="Times New Roman"/>
              <a:buChar char="•"/>
            </a:pPr>
            <a:r>
              <a:rPr lang="en-US" sz="2800">
                <a:latin typeface="Times New Roman"/>
                <a:ea typeface="Times New Roman"/>
                <a:cs typeface="Times New Roman"/>
                <a:sym typeface="Times New Roman"/>
              </a:rPr>
              <a:t>Inner white matter, showing distinctive treelike pattern called Arbor vitae (tree of life)</a:t>
            </a:r>
            <a:endParaRPr sz="2800">
              <a:latin typeface="Times New Roman"/>
              <a:ea typeface="Times New Roman"/>
              <a:cs typeface="Times New Roman"/>
              <a:sym typeface="Times New Roman"/>
            </a:endParaRPr>
          </a:p>
          <a:p>
            <a:pPr indent="-342900" lvl="0" marL="342900" rtl="0" algn="l">
              <a:lnSpc>
                <a:spcPct val="100000"/>
              </a:lnSpc>
              <a:spcBef>
                <a:spcPts val="560"/>
              </a:spcBef>
              <a:spcAft>
                <a:spcPts val="0"/>
              </a:spcAft>
              <a:buClr>
                <a:schemeClr val="dk1"/>
              </a:buClr>
              <a:buSzPts val="2800"/>
              <a:buFont typeface="Times New Roman"/>
              <a:buChar char="•"/>
            </a:pPr>
            <a:r>
              <a:rPr lang="en-US" sz="2800">
                <a:latin typeface="Times New Roman"/>
                <a:ea typeface="Times New Roman"/>
                <a:cs typeface="Times New Roman"/>
                <a:sym typeface="Times New Roman"/>
              </a:rPr>
              <a:t>4 pairs of nuclei within white matter ,the deep</a:t>
            </a:r>
            <a:endParaRPr sz="2800">
              <a:latin typeface="Times New Roman"/>
              <a:ea typeface="Times New Roman"/>
              <a:cs typeface="Times New Roman"/>
              <a:sym typeface="Times New Roman"/>
            </a:endParaRPr>
          </a:p>
          <a:p>
            <a:pPr indent="-342900" lvl="0" marL="342900" rtl="0" algn="l">
              <a:lnSpc>
                <a:spcPct val="100000"/>
              </a:lnSpc>
              <a:spcBef>
                <a:spcPts val="560"/>
              </a:spcBef>
              <a:spcAft>
                <a:spcPts val="0"/>
              </a:spcAft>
              <a:buClr>
                <a:schemeClr val="dk1"/>
              </a:buClr>
              <a:buSzPts val="2800"/>
              <a:buFont typeface="Times New Roman"/>
              <a:buChar char="•"/>
            </a:pPr>
            <a:r>
              <a:rPr lang="en-US" sz="2800">
                <a:latin typeface="Times New Roman"/>
                <a:ea typeface="Times New Roman"/>
                <a:cs typeface="Times New Roman"/>
                <a:sym typeface="Times New Roman"/>
              </a:rPr>
              <a:t>cerebral nuclei</a:t>
            </a:r>
            <a:endParaRPr sz="2800">
              <a:latin typeface="Times New Roman"/>
              <a:ea typeface="Times New Roman"/>
              <a:cs typeface="Times New Roman"/>
              <a:sym typeface="Times New Roman"/>
            </a:endParaRPr>
          </a:p>
        </p:txBody>
      </p:sp>
      <p:sp>
        <p:nvSpPr>
          <p:cNvPr id="207" name="Google Shape;207;p23"/>
          <p:cNvSpPr txBox="1"/>
          <p:nvPr>
            <p:ph type="title"/>
          </p:nvPr>
        </p:nvSpPr>
        <p:spPr>
          <a:xfrm>
            <a:off x="0" y="-76200"/>
            <a:ext cx="538734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C00000"/>
              </a:buClr>
              <a:buSzPts val="4400"/>
              <a:buFont typeface="Times New Roman"/>
              <a:buNone/>
            </a:pPr>
            <a:r>
              <a:rPr b="1" lang="en-US" sz="4400">
                <a:solidFill>
                  <a:srgbClr val="C00000"/>
                </a:solidFill>
                <a:latin typeface="Times New Roman"/>
                <a:ea typeface="Times New Roman"/>
                <a:cs typeface="Times New Roman"/>
                <a:sym typeface="Times New Roman"/>
              </a:rPr>
              <a:t>Internal structure</a:t>
            </a:r>
            <a:endParaRPr sz="4400">
              <a:solidFill>
                <a:srgbClr val="C00000"/>
              </a:solidFill>
              <a:latin typeface="Times New Roman"/>
              <a:ea typeface="Times New Roman"/>
              <a:cs typeface="Times New Roman"/>
              <a:sym typeface="Times New Roman"/>
            </a:endParaRPr>
          </a:p>
        </p:txBody>
      </p:sp>
      <p:pic>
        <p:nvPicPr>
          <p:cNvPr id="208" name="Google Shape;208;p23"/>
          <p:cNvPicPr preferRelativeResize="0"/>
          <p:nvPr/>
        </p:nvPicPr>
        <p:blipFill rotWithShape="1">
          <a:blip r:embed="rId3">
            <a:alphaModFix/>
          </a:blip>
          <a:srcRect b="0" l="0" r="0" t="0"/>
          <a:stretch/>
        </p:blipFill>
        <p:spPr>
          <a:xfrm>
            <a:off x="5458460" y="0"/>
            <a:ext cx="3685540" cy="68580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Font typeface="Times New Roman"/>
              <a:buChar char="•"/>
            </a:pPr>
            <a:r>
              <a:rPr lang="en-US">
                <a:latin typeface="Times New Roman"/>
                <a:ea typeface="Times New Roman"/>
                <a:cs typeface="Times New Roman"/>
                <a:sym typeface="Times New Roman"/>
              </a:rPr>
              <a:t>Maintenance of equilibrium</a:t>
            </a:r>
            <a:endParaRPr>
              <a:latin typeface="Times New Roman"/>
              <a:ea typeface="Times New Roman"/>
              <a:cs typeface="Times New Roman"/>
              <a:sym typeface="Times New Roman"/>
            </a:endParaRPr>
          </a:p>
          <a:p>
            <a:pPr indent="-342900" lvl="0" marL="342900" rtl="0" algn="l">
              <a:lnSpc>
                <a:spcPct val="100000"/>
              </a:lnSpc>
              <a:spcBef>
                <a:spcPts val="640"/>
              </a:spcBef>
              <a:spcAft>
                <a:spcPts val="0"/>
              </a:spcAft>
              <a:buClr>
                <a:schemeClr val="dk1"/>
              </a:buClr>
              <a:buSzPts val="3200"/>
              <a:buFont typeface="Times New Roman"/>
              <a:buChar char="•"/>
            </a:pPr>
            <a:r>
              <a:rPr b="1" lang="en-US">
                <a:latin typeface="Times New Roman"/>
                <a:ea typeface="Times New Roman"/>
                <a:cs typeface="Times New Roman"/>
                <a:sym typeface="Times New Roman"/>
              </a:rPr>
              <a:t>Balance, posture, and eye movement.</a:t>
            </a:r>
            <a:endParaRPr b="1">
              <a:latin typeface="Times New Roman"/>
              <a:ea typeface="Times New Roman"/>
              <a:cs typeface="Times New Roman"/>
              <a:sym typeface="Times New Roman"/>
            </a:endParaRPr>
          </a:p>
          <a:p>
            <a:pPr indent="-342900" lvl="0" marL="342900" rtl="0" algn="l">
              <a:lnSpc>
                <a:spcPct val="100000"/>
              </a:lnSpc>
              <a:spcBef>
                <a:spcPts val="640"/>
              </a:spcBef>
              <a:spcAft>
                <a:spcPts val="0"/>
              </a:spcAft>
              <a:buClr>
                <a:schemeClr val="dk1"/>
              </a:buClr>
              <a:buSzPts val="3200"/>
              <a:buFont typeface="Times New Roman"/>
              <a:buChar char="•"/>
            </a:pPr>
            <a:r>
              <a:rPr b="1" lang="en-US">
                <a:latin typeface="Times New Roman"/>
                <a:ea typeface="Times New Roman"/>
                <a:cs typeface="Times New Roman"/>
                <a:sym typeface="Times New Roman"/>
              </a:rPr>
              <a:t>Coordination of the half-automatic movement</a:t>
            </a:r>
            <a:endParaRPr b="1">
              <a:latin typeface="Times New Roman"/>
              <a:ea typeface="Times New Roman"/>
              <a:cs typeface="Times New Roman"/>
              <a:sym typeface="Times New Roman"/>
            </a:endParaRPr>
          </a:p>
          <a:p>
            <a:pPr indent="-342900" lvl="0" marL="342900" rtl="0" algn="l">
              <a:lnSpc>
                <a:spcPct val="100000"/>
              </a:lnSpc>
              <a:spcBef>
                <a:spcPts val="640"/>
              </a:spcBef>
              <a:spcAft>
                <a:spcPts val="0"/>
              </a:spcAft>
              <a:buClr>
                <a:schemeClr val="dk1"/>
              </a:buClr>
              <a:buSzPts val="3200"/>
              <a:buFont typeface="Times New Roman"/>
              <a:buChar char="•"/>
            </a:pPr>
            <a:r>
              <a:rPr lang="en-US">
                <a:latin typeface="Times New Roman"/>
                <a:ea typeface="Times New Roman"/>
                <a:cs typeface="Times New Roman"/>
                <a:sym typeface="Times New Roman"/>
              </a:rPr>
              <a:t>(walking &amp; posture maintenance.)</a:t>
            </a:r>
            <a:endParaRPr>
              <a:latin typeface="Times New Roman"/>
              <a:ea typeface="Times New Roman"/>
              <a:cs typeface="Times New Roman"/>
              <a:sym typeface="Times New Roman"/>
            </a:endParaRPr>
          </a:p>
          <a:p>
            <a:pPr indent="-342900" lvl="0" marL="342900" rtl="0" algn="l">
              <a:lnSpc>
                <a:spcPct val="100000"/>
              </a:lnSpc>
              <a:spcBef>
                <a:spcPts val="640"/>
              </a:spcBef>
              <a:spcAft>
                <a:spcPts val="0"/>
              </a:spcAft>
              <a:buClr>
                <a:schemeClr val="dk1"/>
              </a:buClr>
              <a:buSzPts val="3200"/>
              <a:buFont typeface="Times New Roman"/>
              <a:buChar char="•"/>
            </a:pPr>
            <a:r>
              <a:rPr lang="en-US">
                <a:latin typeface="Times New Roman"/>
                <a:ea typeface="Times New Roman"/>
                <a:cs typeface="Times New Roman"/>
                <a:sym typeface="Times New Roman"/>
              </a:rPr>
              <a:t> involuntary but conscious movement (like swinging hand while walking)</a:t>
            </a:r>
            <a:endParaRPr>
              <a:latin typeface="Times New Roman"/>
              <a:ea typeface="Times New Roman"/>
              <a:cs typeface="Times New Roman"/>
              <a:sym typeface="Times New Roman"/>
            </a:endParaRPr>
          </a:p>
          <a:p>
            <a:pPr indent="-342900" lvl="0" marL="342900" rtl="0" algn="l">
              <a:lnSpc>
                <a:spcPct val="100000"/>
              </a:lnSpc>
              <a:spcBef>
                <a:spcPts val="640"/>
              </a:spcBef>
              <a:spcAft>
                <a:spcPts val="0"/>
              </a:spcAft>
              <a:buClr>
                <a:schemeClr val="dk1"/>
              </a:buClr>
              <a:buSzPts val="3200"/>
              <a:buFont typeface="Times New Roman"/>
              <a:buNone/>
            </a:pPr>
            <a:r>
              <a:rPr b="1" lang="en-US">
                <a:latin typeface="Times New Roman"/>
                <a:ea typeface="Times New Roman"/>
                <a:cs typeface="Times New Roman"/>
                <a:sym typeface="Times New Roman"/>
              </a:rPr>
              <a:t> Adjustment of muscle tone.</a:t>
            </a:r>
            <a:endParaRPr b="1">
              <a:latin typeface="Times New Roman"/>
              <a:ea typeface="Times New Roman"/>
              <a:cs typeface="Times New Roman"/>
              <a:sym typeface="Times New Roman"/>
            </a:endParaRPr>
          </a:p>
          <a:p>
            <a:pPr indent="-342900" lvl="0" marL="342900" rtl="0" algn="l">
              <a:lnSpc>
                <a:spcPct val="100000"/>
              </a:lnSpc>
              <a:spcBef>
                <a:spcPts val="640"/>
              </a:spcBef>
              <a:spcAft>
                <a:spcPts val="0"/>
              </a:spcAft>
              <a:buClr>
                <a:schemeClr val="dk1"/>
              </a:buClr>
              <a:buSzPts val="3200"/>
              <a:buFont typeface="Times New Roman"/>
              <a:buChar char="•"/>
            </a:pPr>
            <a:r>
              <a:rPr b="1" lang="en-US">
                <a:latin typeface="Times New Roman"/>
                <a:ea typeface="Times New Roman"/>
                <a:cs typeface="Times New Roman"/>
                <a:sym typeface="Times New Roman"/>
              </a:rPr>
              <a:t>Motor Learning – Motor Skills. </a:t>
            </a:r>
            <a:endParaRPr b="1">
              <a:latin typeface="Times New Roman"/>
              <a:ea typeface="Times New Roman"/>
              <a:cs typeface="Times New Roman"/>
              <a:sym typeface="Times New Roman"/>
            </a:endParaRPr>
          </a:p>
          <a:p>
            <a:pPr indent="-342900" lvl="0" marL="342900" rtl="0" algn="l">
              <a:lnSpc>
                <a:spcPct val="100000"/>
              </a:lnSpc>
              <a:spcBef>
                <a:spcPts val="640"/>
              </a:spcBef>
              <a:spcAft>
                <a:spcPts val="0"/>
              </a:spcAft>
              <a:buClr>
                <a:schemeClr val="dk1"/>
              </a:buClr>
              <a:buSzPts val="3200"/>
              <a:buFont typeface="Times New Roman"/>
              <a:buChar char="•"/>
            </a:pPr>
            <a:r>
              <a:rPr lang="en-US">
                <a:latin typeface="Times New Roman"/>
                <a:ea typeface="Times New Roman"/>
                <a:cs typeface="Times New Roman"/>
                <a:sym typeface="Times New Roman"/>
              </a:rPr>
              <a:t>E.g. drawing, writing, playing piano</a:t>
            </a:r>
            <a:endParaRPr>
              <a:latin typeface="Times New Roman"/>
              <a:ea typeface="Times New Roman"/>
              <a:cs typeface="Times New Roman"/>
              <a:sym typeface="Times New Roman"/>
            </a:endParaRPr>
          </a:p>
        </p:txBody>
      </p:sp>
      <p:sp>
        <p:nvSpPr>
          <p:cNvPr id="214" name="Google Shape;214;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C00000"/>
              </a:buClr>
              <a:buSzPts val="4400"/>
              <a:buFont typeface="Times New Roman"/>
              <a:buNone/>
            </a:pPr>
            <a:r>
              <a:rPr b="1" lang="en-US" sz="4400">
                <a:solidFill>
                  <a:srgbClr val="C00000"/>
                </a:solidFill>
                <a:latin typeface="Times New Roman"/>
                <a:ea typeface="Times New Roman"/>
                <a:cs typeface="Times New Roman"/>
                <a:sym typeface="Times New Roman"/>
              </a:rPr>
              <a:t>Functions of the cerebellum</a:t>
            </a:r>
            <a:endParaRPr sz="4400">
              <a:solidFill>
                <a:srgbClr val="C00000"/>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pic>
        <p:nvPicPr>
          <p:cNvPr id="219" name="Google Shape;219;p25"/>
          <p:cNvPicPr preferRelativeResize="0"/>
          <p:nvPr>
            <p:ph idx="1" type="body"/>
          </p:nvPr>
        </p:nvPicPr>
        <p:blipFill rotWithShape="1">
          <a:blip r:embed="rId3">
            <a:alphaModFix/>
          </a:blip>
          <a:srcRect b="0" l="0" r="0" t="0"/>
          <a:stretch/>
        </p:blipFill>
        <p:spPr>
          <a:xfrm>
            <a:off x="0" y="1371600"/>
            <a:ext cx="6004560" cy="4221480"/>
          </a:xfrm>
          <a:prstGeom prst="rect">
            <a:avLst/>
          </a:prstGeom>
          <a:noFill/>
          <a:ln>
            <a:noFill/>
          </a:ln>
        </p:spPr>
      </p:pic>
      <p:sp>
        <p:nvSpPr>
          <p:cNvPr id="220" name="Google Shape;220;p25"/>
          <p:cNvSpPr txBox="1"/>
          <p:nvPr>
            <p:ph type="title"/>
          </p:nvPr>
        </p:nvSpPr>
        <p:spPr>
          <a:xfrm>
            <a:off x="0" y="274638"/>
            <a:ext cx="86868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C00000"/>
              </a:buClr>
              <a:buSzPts val="4400"/>
              <a:buFont typeface="Times New Roman"/>
              <a:buNone/>
            </a:pPr>
            <a:r>
              <a:rPr b="1" lang="en-US" sz="4400">
                <a:solidFill>
                  <a:srgbClr val="C00000"/>
                </a:solidFill>
                <a:latin typeface="Times New Roman"/>
                <a:ea typeface="Times New Roman"/>
                <a:cs typeface="Times New Roman"/>
                <a:sym typeface="Times New Roman"/>
              </a:rPr>
              <a:t>Functional Divisions of Cerebellum</a:t>
            </a:r>
            <a:endParaRPr b="1" sz="4400">
              <a:solidFill>
                <a:srgbClr val="C00000"/>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6"/>
          <p:cNvSpPr txBox="1"/>
          <p:nvPr>
            <p:ph idx="1" type="body"/>
          </p:nvPr>
        </p:nvSpPr>
        <p:spPr>
          <a:xfrm>
            <a:off x="152400" y="1295400"/>
            <a:ext cx="8991600" cy="55626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Times New Roman"/>
              <a:buNone/>
            </a:pPr>
            <a:r>
              <a:rPr lang="en-US" sz="2800">
                <a:latin typeface="Times New Roman"/>
                <a:ea typeface="Times New Roman"/>
                <a:cs typeface="Times New Roman"/>
                <a:sym typeface="Times New Roman"/>
              </a:rPr>
              <a:t>The anatomical subdivisions described above correspond to three major functional subdivisions of the cerebellum.</a:t>
            </a:r>
            <a:endParaRPr sz="2800">
              <a:latin typeface="Times New Roman"/>
              <a:ea typeface="Times New Roman"/>
              <a:cs typeface="Times New Roman"/>
              <a:sym typeface="Times New Roman"/>
            </a:endParaRPr>
          </a:p>
          <a:p>
            <a:pPr indent="-342900" lvl="0" marL="342900" rtl="0" algn="l">
              <a:lnSpc>
                <a:spcPct val="100000"/>
              </a:lnSpc>
              <a:spcBef>
                <a:spcPts val="560"/>
              </a:spcBef>
              <a:spcAft>
                <a:spcPts val="0"/>
              </a:spcAft>
              <a:buClr>
                <a:srgbClr val="C00000"/>
              </a:buClr>
              <a:buSzPts val="2800"/>
              <a:buFont typeface="Times New Roman"/>
              <a:buChar char="•"/>
            </a:pPr>
            <a:r>
              <a:rPr b="1" lang="en-US" sz="2800">
                <a:solidFill>
                  <a:srgbClr val="C00000"/>
                </a:solidFill>
                <a:latin typeface="Times New Roman"/>
                <a:ea typeface="Times New Roman"/>
                <a:cs typeface="Times New Roman"/>
                <a:sym typeface="Times New Roman"/>
              </a:rPr>
              <a:t>Vestibulocerebellum</a:t>
            </a:r>
            <a:r>
              <a:rPr b="1" lang="en-US" sz="2800">
                <a:latin typeface="Times New Roman"/>
                <a:ea typeface="Times New Roman"/>
                <a:cs typeface="Times New Roman"/>
                <a:sym typeface="Times New Roman"/>
              </a:rPr>
              <a:t>:</a:t>
            </a:r>
            <a:r>
              <a:rPr lang="en-US" sz="2800">
                <a:latin typeface="Times New Roman"/>
                <a:ea typeface="Times New Roman"/>
                <a:cs typeface="Times New Roman"/>
                <a:sym typeface="Times New Roman"/>
              </a:rPr>
              <a:t>The vestibulocerebellum comprises the flocculonodular lobe and its connections with the lateralvestibular nuclei. </a:t>
            </a:r>
            <a:endParaRPr sz="2800">
              <a:latin typeface="Times New Roman"/>
              <a:ea typeface="Times New Roman"/>
              <a:cs typeface="Times New Roman"/>
              <a:sym typeface="Times New Roman"/>
            </a:endParaRPr>
          </a:p>
          <a:p>
            <a:pPr indent="-342900" lvl="0" marL="342900" rtl="0" algn="l">
              <a:lnSpc>
                <a:spcPct val="100000"/>
              </a:lnSpc>
              <a:spcBef>
                <a:spcPts val="560"/>
              </a:spcBef>
              <a:spcAft>
                <a:spcPts val="0"/>
              </a:spcAft>
              <a:buClr>
                <a:schemeClr val="dk1"/>
              </a:buClr>
              <a:buSzPts val="2800"/>
              <a:buFont typeface="Times New Roman"/>
              <a:buChar char="•"/>
            </a:pPr>
            <a:r>
              <a:rPr lang="en-US" sz="2800">
                <a:latin typeface="Times New Roman"/>
                <a:ea typeface="Times New Roman"/>
                <a:cs typeface="Times New Roman"/>
                <a:sym typeface="Times New Roman"/>
              </a:rPr>
              <a:t>Phylogenetically, the vestibulocerebellum is the oldest part of the cerebellum. As its name implies, it is involvedin vestibular reflexes (such as the vestibuloocular reflex; see below) and in postural maintenance.</a:t>
            </a:r>
            <a:endParaRPr sz="2800">
              <a:latin typeface="Times New Roman"/>
              <a:ea typeface="Times New Roman"/>
              <a:cs typeface="Times New Roman"/>
              <a:sym typeface="Times New Roman"/>
            </a:endParaRPr>
          </a:p>
        </p:txBody>
      </p:sp>
      <p:sp>
        <p:nvSpPr>
          <p:cNvPr id="226" name="Google Shape;226;p26"/>
          <p:cNvSpPr txBox="1"/>
          <p:nvPr>
            <p:ph type="title"/>
          </p:nvPr>
        </p:nvSpPr>
        <p:spPr>
          <a:xfrm>
            <a:off x="304800" y="304800"/>
            <a:ext cx="8382000" cy="762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rgbClr val="C00000"/>
              </a:buClr>
              <a:buSzPct val="100000"/>
              <a:buFont typeface="Times New Roman"/>
              <a:buNone/>
            </a:pPr>
            <a:r>
              <a:rPr b="1" lang="en-US">
                <a:solidFill>
                  <a:srgbClr val="C00000"/>
                </a:solidFill>
                <a:latin typeface="Times New Roman"/>
                <a:ea typeface="Times New Roman"/>
                <a:cs typeface="Times New Roman"/>
                <a:sym typeface="Times New Roman"/>
              </a:rPr>
              <a:t>Functional Subdivisions of the Cerebellum</a:t>
            </a:r>
            <a:br>
              <a:rPr b="1" lang="en-US">
                <a:solidFill>
                  <a:srgbClr val="C00000"/>
                </a:solidFill>
                <a:latin typeface="Times New Roman"/>
                <a:ea typeface="Times New Roman"/>
                <a:cs typeface="Times New Roman"/>
                <a:sym typeface="Times New Roman"/>
              </a:rPr>
            </a:br>
            <a:endParaRPr>
              <a:solidFill>
                <a:srgbClr val="C00000"/>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7"/>
          <p:cNvSpPr txBox="1"/>
          <p:nvPr/>
        </p:nvSpPr>
        <p:spPr>
          <a:xfrm>
            <a:off x="0" y="-37322"/>
            <a:ext cx="9067800" cy="741741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C00000"/>
                </a:solidFill>
                <a:latin typeface="Times New Roman"/>
                <a:ea typeface="Times New Roman"/>
                <a:cs typeface="Times New Roman"/>
                <a:sym typeface="Times New Roman"/>
              </a:rPr>
              <a:t>Spinocerebellum</a:t>
            </a:r>
            <a:r>
              <a:rPr lang="en-US" sz="2800">
                <a:solidFill>
                  <a:schemeClr val="dk1"/>
                </a:solidFill>
                <a:latin typeface="Times New Roman"/>
                <a:ea typeface="Times New Roman"/>
                <a:cs typeface="Times New Roman"/>
                <a:sym typeface="Times New Roman"/>
              </a:rPr>
              <a:t>:The spinocerebellum comprises the vermis and the intermediate zones of the cerebellar cortex, as well asthe fastigial and interposed nuclei. As its name implies, it receives major inputs from the spinocerebellar tract. Its outputprojects to rubrospinal, vestibulospinal, and reticulospinal tracts. It is involved in the integration of sensory input with motorcommands to produce adaptive motor coordination.</a:t>
            </a:r>
            <a:endParaRPr sz="2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2800">
                <a:solidFill>
                  <a:srgbClr val="C00000"/>
                </a:solidFill>
                <a:latin typeface="Times New Roman"/>
                <a:ea typeface="Times New Roman"/>
                <a:cs typeface="Times New Roman"/>
                <a:sym typeface="Times New Roman"/>
              </a:rPr>
              <a:t>Cerebrocerebellum</a:t>
            </a:r>
            <a:r>
              <a:rPr b="1" lang="en-US" sz="2800">
                <a:solidFill>
                  <a:schemeClr val="dk1"/>
                </a:solidFill>
                <a:latin typeface="Times New Roman"/>
                <a:ea typeface="Times New Roman"/>
                <a:cs typeface="Times New Roman"/>
                <a:sym typeface="Times New Roman"/>
              </a:rPr>
              <a:t>. </a:t>
            </a:r>
            <a:r>
              <a:rPr lang="en-US" sz="2800">
                <a:solidFill>
                  <a:schemeClr val="dk1"/>
                </a:solidFill>
                <a:latin typeface="Times New Roman"/>
                <a:ea typeface="Times New Roman"/>
                <a:cs typeface="Times New Roman"/>
                <a:sym typeface="Times New Roman"/>
              </a:rPr>
              <a:t>The cerebrocerebellum is the largest functional subdivision of the human cerebellum, comprising the lateralhemispheres and the dentate nuclei. Its name derives from its extensive connections with the cerebral cortex, via the pontinenuclei (afferents) and the VL thalamus (efferents). It is involved in the planning and timing of movements. In addition, thecerebrocerebellum is involved in the cognitive functions of the cerebellum.</a:t>
            </a:r>
            <a:endParaRPr sz="2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2800">
              <a:solidFill>
                <a:schemeClr val="dk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lnSpcReduction="10000"/>
          </a:bodyPr>
          <a:lstStyle/>
          <a:p>
            <a:pPr indent="-342900" lvl="0" marL="342900" rtl="0" algn="l">
              <a:lnSpc>
                <a:spcPct val="100000"/>
              </a:lnSpc>
              <a:spcBef>
                <a:spcPts val="0"/>
              </a:spcBef>
              <a:spcAft>
                <a:spcPts val="0"/>
              </a:spcAft>
              <a:buClr>
                <a:schemeClr val="dk1"/>
              </a:buClr>
              <a:buSzPts val="3200"/>
              <a:buFont typeface="Times New Roman"/>
              <a:buChar char="•"/>
            </a:pPr>
            <a:r>
              <a:rPr b="1" lang="en-US">
                <a:latin typeface="Times New Roman"/>
                <a:ea typeface="Times New Roman"/>
                <a:cs typeface="Times New Roman"/>
                <a:sym typeface="Times New Roman"/>
              </a:rPr>
              <a:t>Dysfunction: damage produces the following:</a:t>
            </a:r>
            <a:endParaRPr b="1">
              <a:latin typeface="Times New Roman"/>
              <a:ea typeface="Times New Roman"/>
              <a:cs typeface="Times New Roman"/>
              <a:sym typeface="Times New Roman"/>
            </a:endParaRPr>
          </a:p>
          <a:p>
            <a:pPr indent="-342900" lvl="0" marL="342900" rtl="0" algn="l">
              <a:lnSpc>
                <a:spcPct val="100000"/>
              </a:lnSpc>
              <a:spcBef>
                <a:spcPts val="640"/>
              </a:spcBef>
              <a:spcAft>
                <a:spcPts val="0"/>
              </a:spcAft>
              <a:buClr>
                <a:schemeClr val="dk1"/>
              </a:buClr>
              <a:buSzPts val="3200"/>
              <a:buFont typeface="Times New Roman"/>
              <a:buChar char="•"/>
            </a:pPr>
            <a:r>
              <a:rPr b="1" lang="en-US">
                <a:latin typeface="Times New Roman"/>
                <a:ea typeface="Times New Roman"/>
                <a:cs typeface="Times New Roman"/>
                <a:sym typeface="Times New Roman"/>
              </a:rPr>
              <a:t>Ataxia- a disturbance that alters the direction and</a:t>
            </a:r>
            <a:endParaRPr b="1">
              <a:latin typeface="Times New Roman"/>
              <a:ea typeface="Times New Roman"/>
              <a:cs typeface="Times New Roman"/>
              <a:sym typeface="Times New Roman"/>
            </a:endParaRPr>
          </a:p>
          <a:p>
            <a:pPr indent="-342900" lvl="0" marL="342900" rtl="0" algn="l">
              <a:lnSpc>
                <a:spcPct val="100000"/>
              </a:lnSpc>
              <a:spcBef>
                <a:spcPts val="640"/>
              </a:spcBef>
              <a:spcAft>
                <a:spcPts val="0"/>
              </a:spcAft>
              <a:buClr>
                <a:schemeClr val="dk1"/>
              </a:buClr>
              <a:buSzPts val="3200"/>
              <a:buFont typeface="Times New Roman"/>
              <a:buChar char="•"/>
            </a:pPr>
            <a:r>
              <a:rPr lang="en-US">
                <a:latin typeface="Times New Roman"/>
                <a:ea typeface="Times New Roman"/>
                <a:cs typeface="Times New Roman"/>
                <a:sym typeface="Times New Roman"/>
              </a:rPr>
              <a:t>extent of voluntary movements; abnormal gait and</a:t>
            </a:r>
            <a:endParaRPr>
              <a:latin typeface="Times New Roman"/>
              <a:ea typeface="Times New Roman"/>
              <a:cs typeface="Times New Roman"/>
              <a:sym typeface="Times New Roman"/>
            </a:endParaRPr>
          </a:p>
          <a:p>
            <a:pPr indent="-342900" lvl="0" marL="342900" rtl="0" algn="l">
              <a:lnSpc>
                <a:spcPct val="100000"/>
              </a:lnSpc>
              <a:spcBef>
                <a:spcPts val="640"/>
              </a:spcBef>
              <a:spcAft>
                <a:spcPts val="0"/>
              </a:spcAft>
              <a:buClr>
                <a:schemeClr val="dk1"/>
              </a:buClr>
              <a:buSzPts val="3200"/>
              <a:buFont typeface="Times New Roman"/>
              <a:buChar char="•"/>
            </a:pPr>
            <a:r>
              <a:rPr lang="en-US">
                <a:latin typeface="Times New Roman"/>
                <a:ea typeface="Times New Roman"/>
                <a:cs typeface="Times New Roman"/>
                <a:sym typeface="Times New Roman"/>
              </a:rPr>
              <a:t>uncoordinated movements</a:t>
            </a:r>
            <a:endParaRPr>
              <a:latin typeface="Times New Roman"/>
              <a:ea typeface="Times New Roman"/>
              <a:cs typeface="Times New Roman"/>
              <a:sym typeface="Times New Roman"/>
            </a:endParaRPr>
          </a:p>
          <a:p>
            <a:pPr indent="-342900" lvl="0" marL="342900" rtl="0" algn="l">
              <a:lnSpc>
                <a:spcPct val="100000"/>
              </a:lnSpc>
              <a:spcBef>
                <a:spcPts val="640"/>
              </a:spcBef>
              <a:spcAft>
                <a:spcPts val="0"/>
              </a:spcAft>
              <a:buClr>
                <a:schemeClr val="dk1"/>
              </a:buClr>
              <a:buSzPts val="3200"/>
              <a:buFont typeface="Times New Roman"/>
              <a:buChar char="•"/>
            </a:pPr>
            <a:r>
              <a:rPr b="1" lang="en-US">
                <a:latin typeface="Times New Roman"/>
                <a:ea typeface="Times New Roman"/>
                <a:cs typeface="Times New Roman"/>
                <a:sym typeface="Times New Roman"/>
              </a:rPr>
              <a:t>Dysmetria- altered range of motion (misjudge distance)</a:t>
            </a:r>
            <a:endParaRPr b="1">
              <a:latin typeface="Times New Roman"/>
              <a:ea typeface="Times New Roman"/>
              <a:cs typeface="Times New Roman"/>
              <a:sym typeface="Times New Roman"/>
            </a:endParaRPr>
          </a:p>
          <a:p>
            <a:pPr indent="-342900" lvl="0" marL="342900" rtl="0" algn="l">
              <a:lnSpc>
                <a:spcPct val="100000"/>
              </a:lnSpc>
              <a:spcBef>
                <a:spcPts val="640"/>
              </a:spcBef>
              <a:spcAft>
                <a:spcPts val="0"/>
              </a:spcAft>
              <a:buClr>
                <a:schemeClr val="dk1"/>
              </a:buClr>
              <a:buSzPts val="3200"/>
              <a:buFont typeface="Times New Roman"/>
              <a:buChar char="•"/>
            </a:pPr>
            <a:r>
              <a:rPr b="1" lang="en-US">
                <a:latin typeface="Times New Roman"/>
                <a:ea typeface="Times New Roman"/>
                <a:cs typeface="Times New Roman"/>
                <a:sym typeface="Times New Roman"/>
              </a:rPr>
              <a:t>Intention Tremor-oscillating motion, especially of head,</a:t>
            </a:r>
            <a:endParaRPr b="1">
              <a:latin typeface="Times New Roman"/>
              <a:ea typeface="Times New Roman"/>
              <a:cs typeface="Times New Roman"/>
              <a:sym typeface="Times New Roman"/>
            </a:endParaRPr>
          </a:p>
          <a:p>
            <a:pPr indent="-342900" lvl="0" marL="342900" rtl="0" algn="l">
              <a:lnSpc>
                <a:spcPct val="100000"/>
              </a:lnSpc>
              <a:spcBef>
                <a:spcPts val="640"/>
              </a:spcBef>
              <a:spcAft>
                <a:spcPts val="0"/>
              </a:spcAft>
              <a:buClr>
                <a:schemeClr val="dk1"/>
              </a:buClr>
              <a:buSzPts val="3200"/>
              <a:buFont typeface="Times New Roman"/>
              <a:buChar char="•"/>
            </a:pPr>
            <a:r>
              <a:rPr lang="en-US">
                <a:latin typeface="Times New Roman"/>
                <a:ea typeface="Times New Roman"/>
                <a:cs typeface="Times New Roman"/>
                <a:sym typeface="Times New Roman"/>
              </a:rPr>
              <a:t>during movement</a:t>
            </a:r>
            <a:endParaRPr>
              <a:latin typeface="Times New Roman"/>
              <a:ea typeface="Times New Roman"/>
              <a:cs typeface="Times New Roman"/>
              <a:sym typeface="Times New Roman"/>
            </a:endParaRPr>
          </a:p>
          <a:p>
            <a:pPr indent="-342900" lvl="0" marL="342900" rtl="0" algn="l">
              <a:lnSpc>
                <a:spcPct val="100000"/>
              </a:lnSpc>
              <a:spcBef>
                <a:spcPts val="640"/>
              </a:spcBef>
              <a:spcAft>
                <a:spcPts val="0"/>
              </a:spcAft>
              <a:buClr>
                <a:schemeClr val="dk1"/>
              </a:buClr>
              <a:buSzPts val="3200"/>
              <a:buFont typeface="Times New Roman"/>
              <a:buChar char="•"/>
            </a:pPr>
            <a:r>
              <a:rPr b="1" lang="en-US">
                <a:latin typeface="Times New Roman"/>
                <a:ea typeface="Times New Roman"/>
                <a:cs typeface="Times New Roman"/>
                <a:sym typeface="Times New Roman"/>
              </a:rPr>
              <a:t>Vestibular signs-nystagmus, held tilt</a:t>
            </a:r>
            <a:endParaRPr>
              <a:latin typeface="Times New Roman"/>
              <a:ea typeface="Times New Roman"/>
              <a:cs typeface="Times New Roman"/>
              <a:sym typeface="Times New Roman"/>
            </a:endParaRPr>
          </a:p>
        </p:txBody>
      </p:sp>
      <p:sp>
        <p:nvSpPr>
          <p:cNvPr id="237" name="Google Shape;237;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Times New Roman"/>
              <a:buNone/>
            </a:pPr>
            <a:r>
              <a:rPr b="1" lang="en-US">
                <a:solidFill>
                  <a:srgbClr val="C00000"/>
                </a:solidFill>
                <a:latin typeface="Times New Roman"/>
                <a:ea typeface="Times New Roman"/>
                <a:cs typeface="Times New Roman"/>
                <a:sym typeface="Times New Roman"/>
              </a:rPr>
              <a:t>CLINICAL ANATOMY</a:t>
            </a:r>
            <a:endParaRPr b="1">
              <a:solidFill>
                <a:srgbClr val="C00000"/>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efault Design">
  <a:themeElements>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2023-01-16T01:28:00Z</dcterms:created>
  <dc:creator>LENOVO</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D5E6C66E688D4D229338B429756D56B2_12</vt:lpwstr>
  </property>
  <property fmtid="{D5CDD505-2E9C-101B-9397-08002B2CF9AE}" pid="3" name="KSOProductBuildVer">
    <vt:lpwstr>1033-12.2.0.21546</vt:lpwstr>
  </property>
</Properties>
</file>